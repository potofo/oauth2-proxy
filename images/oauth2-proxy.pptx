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51F956-E87D-419B-9DB7-C945ECD97732}" v="1" dt="2025-09-27T12:40:12.2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3" autoAdjust="0"/>
    <p:restoredTop sz="94660"/>
  </p:normalViewPr>
  <p:slideViewPr>
    <p:cSldViewPr snapToGrid="0">
      <p:cViewPr>
        <p:scale>
          <a:sx n="75" d="100"/>
          <a:sy n="75" d="100"/>
        </p:scale>
        <p:origin x="306" y="13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sutomu Nagura" userId="5bdb852573a9f205" providerId="LiveId" clId="{83CBAFBA-F382-469D-8E7B-0862468CA64B}"/>
    <pc:docChg chg="custSel addSld delSld modSld">
      <pc:chgData name="Tsutomu Nagura" userId="5bdb852573a9f205" providerId="LiveId" clId="{83CBAFBA-F382-469D-8E7B-0862468CA64B}" dt="2025-09-27T12:41:38.637" v="25" actId="1076"/>
      <pc:docMkLst>
        <pc:docMk/>
      </pc:docMkLst>
      <pc:sldChg chg="add del">
        <pc:chgData name="Tsutomu Nagura" userId="5bdb852573a9f205" providerId="LiveId" clId="{83CBAFBA-F382-469D-8E7B-0862468CA64B}" dt="2025-09-27T12:40:13.719" v="2" actId="47"/>
        <pc:sldMkLst>
          <pc:docMk/>
          <pc:sldMk cId="811976509" sldId="258"/>
        </pc:sldMkLst>
      </pc:sldChg>
      <pc:sldChg chg="modSp add mod">
        <pc:chgData name="Tsutomu Nagura" userId="5bdb852573a9f205" providerId="LiveId" clId="{83CBAFBA-F382-469D-8E7B-0862468CA64B}" dt="2025-09-27T12:41:38.637" v="25" actId="1076"/>
        <pc:sldMkLst>
          <pc:docMk/>
          <pc:sldMk cId="2343095142" sldId="259"/>
        </pc:sldMkLst>
        <pc:spChg chg="mod">
          <ac:chgData name="Tsutomu Nagura" userId="5bdb852573a9f205" providerId="LiveId" clId="{83CBAFBA-F382-469D-8E7B-0862468CA64B}" dt="2025-09-27T12:41:13.515" v="24" actId="1076"/>
          <ac:spMkLst>
            <pc:docMk/>
            <pc:sldMk cId="2343095142" sldId="259"/>
            <ac:spMk id="63" creationId="{EB220F9C-D753-A545-CEA0-D8FA598CEB01}"/>
          </ac:spMkLst>
        </pc:spChg>
        <pc:spChg chg="mod">
          <ac:chgData name="Tsutomu Nagura" userId="5bdb852573a9f205" providerId="LiveId" clId="{83CBAFBA-F382-469D-8E7B-0862468CA64B}" dt="2025-09-27T12:40:50.518" v="18" actId="20577"/>
          <ac:spMkLst>
            <pc:docMk/>
            <pc:sldMk cId="2343095142" sldId="259"/>
            <ac:spMk id="2049" creationId="{98D314C8-5C68-C8E1-AA96-E0B64766FB15}"/>
          </ac:spMkLst>
        </pc:spChg>
        <pc:spChg chg="mod">
          <ac:chgData name="Tsutomu Nagura" userId="5bdb852573a9f205" providerId="LiveId" clId="{83CBAFBA-F382-469D-8E7B-0862468CA64B}" dt="2025-09-27T12:41:38.637" v="25" actId="1076"/>
          <ac:spMkLst>
            <pc:docMk/>
            <pc:sldMk cId="2343095142" sldId="259"/>
            <ac:spMk id="2055" creationId="{05A1DB9C-3E9E-A02F-7933-ED73475A5674}"/>
          </ac:spMkLst>
        </pc:spChg>
        <pc:spChg chg="mod">
          <ac:chgData name="Tsutomu Nagura" userId="5bdb852573a9f205" providerId="LiveId" clId="{83CBAFBA-F382-469D-8E7B-0862468CA64B}" dt="2025-09-27T12:40:44.117" v="15" actId="20577"/>
          <ac:spMkLst>
            <pc:docMk/>
            <pc:sldMk cId="2343095142" sldId="259"/>
            <ac:spMk id="2059" creationId="{EC470EA1-ACE6-8D92-2152-4CD868B24D9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8AA4D9-C240-2141-2544-0BD8AE4031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4E7EE52-ECF9-3A42-B300-C6B2FF2AD5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CC4EAFF-2256-2C6B-839A-11680FEB0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95206-E293-44B0-AF81-371E1D0F2262}" type="datetimeFigureOut">
              <a:rPr kumimoji="1" lang="ja-JP" altLang="en-US" smtClean="0"/>
              <a:t>2025/9/27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F6B283E-2A2F-B195-8F3E-57EE7FA8B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001C71D-C88D-7CD8-2F1A-122225706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41183-8BD3-452F-B3FA-12D6B657C98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53774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A2166B-FE37-81AD-156A-1AFD51B9F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A57D20D-9043-FA14-74F5-75425200D2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D804F42-4F01-3B12-8219-1B6B81E91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95206-E293-44B0-AF81-371E1D0F2262}" type="datetimeFigureOut">
              <a:rPr kumimoji="1" lang="ja-JP" altLang="en-US" smtClean="0"/>
              <a:t>2025/9/27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36F9C84-C01F-5CD5-E3DE-0DFE8CA0C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E472313-8D3D-2952-AC65-0E3EC6BB3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41183-8BD3-452F-B3FA-12D6B657C98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9702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7818AA-9FC7-A67A-43E2-D9BE420EB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726A877-8B1F-A2E1-D65E-2573C2C839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8869C27-153E-8394-E4B1-E5CEBA1EB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95206-E293-44B0-AF81-371E1D0F2262}" type="datetimeFigureOut">
              <a:rPr kumimoji="1" lang="ja-JP" altLang="en-US" smtClean="0"/>
              <a:t>2025/9/27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ADE8020-D215-8FFD-3387-A6D833FBB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F17DEB7-95F8-C286-8F89-010897998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41183-8BD3-452F-B3FA-12D6B657C98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422713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64EAEE-6041-05F7-DFF2-606C3CB53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FC578D3-3606-D4AC-8D94-529BFFDC02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42C7E09-6EC1-E1FA-3150-82A0E72CD8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44A5CCC-232C-328D-3229-609DADCD1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95206-E293-44B0-AF81-371E1D0F2262}" type="datetimeFigureOut">
              <a:rPr kumimoji="1" lang="ja-JP" altLang="en-US" smtClean="0"/>
              <a:t>2025/9/27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26CCD8A-C564-EE1A-599D-7640D4284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FE05F6A-5D95-0C93-F835-10C2FA88F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41183-8BD3-452F-B3FA-12D6B657C98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4730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66CB5F-304D-A057-864B-C2205B809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9CCB5EB-ADD4-86D5-29AB-268EDD08D2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5F63878-9D00-E29C-2CA5-E28084EB24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13A72AE-FB51-4D23-0588-999A5BAF65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43C6D7B-9CF4-B3EE-7126-57EDD5A671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64BCA6E-7DAC-8C9F-0313-41C521F1C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95206-E293-44B0-AF81-371E1D0F2262}" type="datetimeFigureOut">
              <a:rPr kumimoji="1" lang="ja-JP" altLang="en-US" smtClean="0"/>
              <a:t>2025/9/27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C7C0644-031B-4999-B16C-CB0975334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C5FD410-31B5-2C59-21A1-59E7D0277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41183-8BD3-452F-B3FA-12D6B657C98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2320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19553B-9CC6-3335-45C6-6FE695334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D52A476-E919-9B24-8A76-4ED985B1A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95206-E293-44B0-AF81-371E1D0F2262}" type="datetimeFigureOut">
              <a:rPr kumimoji="1" lang="ja-JP" altLang="en-US" smtClean="0"/>
              <a:t>2025/9/27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BF1D7A4-000B-4650-9345-D8B4241BF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44F536D-CB24-9B77-C0E5-E014DD28A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41183-8BD3-452F-B3FA-12D6B657C98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8891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0C37936-1534-D209-C098-015E4714D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95206-E293-44B0-AF81-371E1D0F2262}" type="datetimeFigureOut">
              <a:rPr kumimoji="1" lang="ja-JP" altLang="en-US" smtClean="0"/>
              <a:t>2025/9/27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3D0B6AB-871E-252A-DB38-272A32B30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E4BEEDD-0D8A-D21B-1437-EEC5709C1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41183-8BD3-452F-B3FA-12D6B657C98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4742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4DA3B88-6A28-3CB9-4613-23756C157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128D822-2AA2-1A6F-6C74-99EDFD05DD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2D97EA7-C5F0-F834-0906-5EAB807D73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7093FBA-23F5-E8B4-3FA8-FFF054B49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95206-E293-44B0-AF81-371E1D0F2262}" type="datetimeFigureOut">
              <a:rPr kumimoji="1" lang="ja-JP" altLang="en-US" smtClean="0"/>
              <a:t>2025/9/27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E41AE16-7EA7-DCB6-A885-958C3B3E8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B23C8F5-E1BB-3C02-1725-BE89691E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41183-8BD3-452F-B3FA-12D6B657C98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74995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A37F02-8157-7181-286B-6C5E80039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E6278C7-DC53-5E89-A0E3-5D18A4EC24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D929DBC-9218-C01F-D4EE-36933DD3DA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5ED13E5-5ED4-F6C3-F816-0A72F0ED6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95206-E293-44B0-AF81-371E1D0F2262}" type="datetimeFigureOut">
              <a:rPr kumimoji="1" lang="ja-JP" altLang="en-US" smtClean="0"/>
              <a:t>2025/9/27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A176B7D-88A3-235F-077F-C4F12C924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7279C18-E8A8-7DCA-2AB0-3B9DEFE6C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41183-8BD3-452F-B3FA-12D6B657C98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4887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C6ADB7-A9E5-1189-D3FD-76284A261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177506D-4D6B-DDA6-241A-3FBD734A6A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AD5CEE7-4926-169F-AA58-F66C7C31D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95206-E293-44B0-AF81-371E1D0F2262}" type="datetimeFigureOut">
              <a:rPr kumimoji="1" lang="ja-JP" altLang="en-US" smtClean="0"/>
              <a:t>2025/9/27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96243FF-D381-D1AC-F0BE-D4FEB2EED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54C08AA-A073-8A78-9587-DF138AFFE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41183-8BD3-452F-B3FA-12D6B657C98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8148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D3D50F2D-C166-E9B4-137E-87FE99DD43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0872A98-0192-F899-5809-DAE39D8487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74C2774-5168-542A-9B5F-A84716D79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95206-E293-44B0-AF81-371E1D0F2262}" type="datetimeFigureOut">
              <a:rPr kumimoji="1" lang="ja-JP" altLang="en-US" smtClean="0"/>
              <a:t>2025/9/27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13C68BD-BAD7-8059-D519-97D966531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09C42D3-0E1E-F4ED-CE8B-556637A1B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41183-8BD3-452F-B3FA-12D6B657C98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70314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4D129C8-BCB5-FE73-6CA6-B6C96411F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12250DC-5318-A1F9-889F-876A3D2BC0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63C133D-5BAE-F6BC-AE91-6B7D0141FC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A95206-E293-44B0-AF81-371E1D0F2262}" type="datetimeFigureOut">
              <a:rPr kumimoji="1" lang="ja-JP" altLang="en-US" smtClean="0"/>
              <a:t>2025/9/27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2C9A380-C866-193C-56A5-6E3DEE5476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C4EA814-843A-9D97-6A12-D9F4D31363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841183-8BD3-452F-B3FA-12D6B657C98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15256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C349025-724B-93CE-8F43-E49CC2B8583D}"/>
              </a:ext>
            </a:extLst>
          </p:cNvPr>
          <p:cNvSpPr/>
          <p:nvPr/>
        </p:nvSpPr>
        <p:spPr>
          <a:xfrm>
            <a:off x="2120091" y="1289373"/>
            <a:ext cx="5347510" cy="4443059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2EAACF9-310F-F33B-5697-3B620786A624}"/>
              </a:ext>
            </a:extLst>
          </p:cNvPr>
          <p:cNvSpPr/>
          <p:nvPr/>
        </p:nvSpPr>
        <p:spPr>
          <a:xfrm>
            <a:off x="2120090" y="1289373"/>
            <a:ext cx="1985745" cy="452394"/>
          </a:xfrm>
          <a:custGeom>
            <a:avLst/>
            <a:gdLst>
              <a:gd name="connsiteX0" fmla="*/ 0 w 1985745"/>
              <a:gd name="connsiteY0" fmla="*/ 0 h 449780"/>
              <a:gd name="connsiteX1" fmla="*/ 1985745 w 1985745"/>
              <a:gd name="connsiteY1" fmla="*/ 0 h 449780"/>
              <a:gd name="connsiteX2" fmla="*/ 1985745 w 1985745"/>
              <a:gd name="connsiteY2" fmla="*/ 449780 h 449780"/>
              <a:gd name="connsiteX3" fmla="*/ 0 w 1985745"/>
              <a:gd name="connsiteY3" fmla="*/ 449780 h 449780"/>
              <a:gd name="connsiteX4" fmla="*/ 0 w 1985745"/>
              <a:gd name="connsiteY4" fmla="*/ 0 h 449780"/>
              <a:gd name="connsiteX0" fmla="*/ 0 w 1985745"/>
              <a:gd name="connsiteY0" fmla="*/ 0 h 458744"/>
              <a:gd name="connsiteX1" fmla="*/ 1985745 w 1985745"/>
              <a:gd name="connsiteY1" fmla="*/ 0 h 458744"/>
              <a:gd name="connsiteX2" fmla="*/ 1725769 w 1985745"/>
              <a:gd name="connsiteY2" fmla="*/ 458744 h 458744"/>
              <a:gd name="connsiteX3" fmla="*/ 0 w 1985745"/>
              <a:gd name="connsiteY3" fmla="*/ 449780 h 458744"/>
              <a:gd name="connsiteX4" fmla="*/ 0 w 1985745"/>
              <a:gd name="connsiteY4" fmla="*/ 0 h 458744"/>
              <a:gd name="connsiteX0" fmla="*/ 0 w 1985745"/>
              <a:gd name="connsiteY0" fmla="*/ 0 h 458744"/>
              <a:gd name="connsiteX1" fmla="*/ 1985745 w 1985745"/>
              <a:gd name="connsiteY1" fmla="*/ 0 h 458744"/>
              <a:gd name="connsiteX2" fmla="*/ 1908985 w 1985745"/>
              <a:gd name="connsiteY2" fmla="*/ 142552 h 458744"/>
              <a:gd name="connsiteX3" fmla="*/ 1725769 w 1985745"/>
              <a:gd name="connsiteY3" fmla="*/ 458744 h 458744"/>
              <a:gd name="connsiteX4" fmla="*/ 0 w 1985745"/>
              <a:gd name="connsiteY4" fmla="*/ 449780 h 458744"/>
              <a:gd name="connsiteX5" fmla="*/ 0 w 1985745"/>
              <a:gd name="connsiteY5" fmla="*/ 0 h 458744"/>
              <a:gd name="connsiteX0" fmla="*/ 0 w 1985745"/>
              <a:gd name="connsiteY0" fmla="*/ 0 h 458744"/>
              <a:gd name="connsiteX1" fmla="*/ 1985745 w 1985745"/>
              <a:gd name="connsiteY1" fmla="*/ 0 h 458744"/>
              <a:gd name="connsiteX2" fmla="*/ 1982010 w 1985745"/>
              <a:gd name="connsiteY2" fmla="*/ 275902 h 458744"/>
              <a:gd name="connsiteX3" fmla="*/ 1725769 w 1985745"/>
              <a:gd name="connsiteY3" fmla="*/ 458744 h 458744"/>
              <a:gd name="connsiteX4" fmla="*/ 0 w 1985745"/>
              <a:gd name="connsiteY4" fmla="*/ 449780 h 458744"/>
              <a:gd name="connsiteX5" fmla="*/ 0 w 1985745"/>
              <a:gd name="connsiteY5" fmla="*/ 0 h 458744"/>
              <a:gd name="connsiteX0" fmla="*/ 0 w 1985745"/>
              <a:gd name="connsiteY0" fmla="*/ 0 h 452394"/>
              <a:gd name="connsiteX1" fmla="*/ 1985745 w 1985745"/>
              <a:gd name="connsiteY1" fmla="*/ 0 h 452394"/>
              <a:gd name="connsiteX2" fmla="*/ 1982010 w 1985745"/>
              <a:gd name="connsiteY2" fmla="*/ 275902 h 452394"/>
              <a:gd name="connsiteX3" fmla="*/ 1833719 w 1985745"/>
              <a:gd name="connsiteY3" fmla="*/ 452394 h 452394"/>
              <a:gd name="connsiteX4" fmla="*/ 0 w 1985745"/>
              <a:gd name="connsiteY4" fmla="*/ 449780 h 452394"/>
              <a:gd name="connsiteX5" fmla="*/ 0 w 1985745"/>
              <a:gd name="connsiteY5" fmla="*/ 0 h 4523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85745" h="452394">
                <a:moveTo>
                  <a:pt x="0" y="0"/>
                </a:moveTo>
                <a:lnTo>
                  <a:pt x="1985745" y="0"/>
                </a:lnTo>
                <a:lnTo>
                  <a:pt x="1982010" y="275902"/>
                </a:lnTo>
                <a:lnTo>
                  <a:pt x="1833719" y="452394"/>
                </a:lnTo>
                <a:lnTo>
                  <a:pt x="0" y="449780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44CD574-91E3-EA69-DA08-F33AAD8D99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7101" y="1379045"/>
            <a:ext cx="1771722" cy="273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6F0780B1-7DE4-7B35-FB21-3BE8BE59ECF7}"/>
              </a:ext>
            </a:extLst>
          </p:cNvPr>
          <p:cNvSpPr/>
          <p:nvPr/>
        </p:nvSpPr>
        <p:spPr>
          <a:xfrm>
            <a:off x="302593" y="1289373"/>
            <a:ext cx="1472419" cy="4443059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052" name="Picture 4" descr="Google Compute Engine（GCE）とは 機能や特徴、料金形態を5分で入門 | クラウドエース株式会社">
            <a:extLst>
              <a:ext uri="{FF2B5EF4-FFF2-40B4-BE49-F238E27FC236}">
                <a16:creationId xmlns:a16="http://schemas.microsoft.com/office/drawing/2014/main" id="{698B8CFC-3ED2-71DA-F5B5-1AF9EDF4DA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4235" y="1975784"/>
            <a:ext cx="1927412" cy="518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1C454A4-7581-2E65-1D1D-8E2ADA95BB98}"/>
              </a:ext>
            </a:extLst>
          </p:cNvPr>
          <p:cNvSpPr/>
          <p:nvPr/>
        </p:nvSpPr>
        <p:spPr>
          <a:xfrm>
            <a:off x="2734236" y="1975785"/>
            <a:ext cx="3881717" cy="3632256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正方形/長方形 4">
            <a:extLst>
              <a:ext uri="{FF2B5EF4-FFF2-40B4-BE49-F238E27FC236}">
                <a16:creationId xmlns:a16="http://schemas.microsoft.com/office/drawing/2014/main" id="{49A14239-9221-799E-7AA2-6603D11A09AF}"/>
              </a:ext>
            </a:extLst>
          </p:cNvPr>
          <p:cNvSpPr/>
          <p:nvPr/>
        </p:nvSpPr>
        <p:spPr>
          <a:xfrm>
            <a:off x="2734235" y="1975784"/>
            <a:ext cx="1985745" cy="452394"/>
          </a:xfrm>
          <a:custGeom>
            <a:avLst/>
            <a:gdLst>
              <a:gd name="connsiteX0" fmla="*/ 0 w 1985745"/>
              <a:gd name="connsiteY0" fmla="*/ 0 h 449780"/>
              <a:gd name="connsiteX1" fmla="*/ 1985745 w 1985745"/>
              <a:gd name="connsiteY1" fmla="*/ 0 h 449780"/>
              <a:gd name="connsiteX2" fmla="*/ 1985745 w 1985745"/>
              <a:gd name="connsiteY2" fmla="*/ 449780 h 449780"/>
              <a:gd name="connsiteX3" fmla="*/ 0 w 1985745"/>
              <a:gd name="connsiteY3" fmla="*/ 449780 h 449780"/>
              <a:gd name="connsiteX4" fmla="*/ 0 w 1985745"/>
              <a:gd name="connsiteY4" fmla="*/ 0 h 449780"/>
              <a:gd name="connsiteX0" fmla="*/ 0 w 1985745"/>
              <a:gd name="connsiteY0" fmla="*/ 0 h 458744"/>
              <a:gd name="connsiteX1" fmla="*/ 1985745 w 1985745"/>
              <a:gd name="connsiteY1" fmla="*/ 0 h 458744"/>
              <a:gd name="connsiteX2" fmla="*/ 1725769 w 1985745"/>
              <a:gd name="connsiteY2" fmla="*/ 458744 h 458744"/>
              <a:gd name="connsiteX3" fmla="*/ 0 w 1985745"/>
              <a:gd name="connsiteY3" fmla="*/ 449780 h 458744"/>
              <a:gd name="connsiteX4" fmla="*/ 0 w 1985745"/>
              <a:gd name="connsiteY4" fmla="*/ 0 h 458744"/>
              <a:gd name="connsiteX0" fmla="*/ 0 w 1985745"/>
              <a:gd name="connsiteY0" fmla="*/ 0 h 458744"/>
              <a:gd name="connsiteX1" fmla="*/ 1985745 w 1985745"/>
              <a:gd name="connsiteY1" fmla="*/ 0 h 458744"/>
              <a:gd name="connsiteX2" fmla="*/ 1908985 w 1985745"/>
              <a:gd name="connsiteY2" fmla="*/ 142552 h 458744"/>
              <a:gd name="connsiteX3" fmla="*/ 1725769 w 1985745"/>
              <a:gd name="connsiteY3" fmla="*/ 458744 h 458744"/>
              <a:gd name="connsiteX4" fmla="*/ 0 w 1985745"/>
              <a:gd name="connsiteY4" fmla="*/ 449780 h 458744"/>
              <a:gd name="connsiteX5" fmla="*/ 0 w 1985745"/>
              <a:gd name="connsiteY5" fmla="*/ 0 h 458744"/>
              <a:gd name="connsiteX0" fmla="*/ 0 w 1985745"/>
              <a:gd name="connsiteY0" fmla="*/ 0 h 458744"/>
              <a:gd name="connsiteX1" fmla="*/ 1985745 w 1985745"/>
              <a:gd name="connsiteY1" fmla="*/ 0 h 458744"/>
              <a:gd name="connsiteX2" fmla="*/ 1982010 w 1985745"/>
              <a:gd name="connsiteY2" fmla="*/ 275902 h 458744"/>
              <a:gd name="connsiteX3" fmla="*/ 1725769 w 1985745"/>
              <a:gd name="connsiteY3" fmla="*/ 458744 h 458744"/>
              <a:gd name="connsiteX4" fmla="*/ 0 w 1985745"/>
              <a:gd name="connsiteY4" fmla="*/ 449780 h 458744"/>
              <a:gd name="connsiteX5" fmla="*/ 0 w 1985745"/>
              <a:gd name="connsiteY5" fmla="*/ 0 h 458744"/>
              <a:gd name="connsiteX0" fmla="*/ 0 w 1985745"/>
              <a:gd name="connsiteY0" fmla="*/ 0 h 452394"/>
              <a:gd name="connsiteX1" fmla="*/ 1985745 w 1985745"/>
              <a:gd name="connsiteY1" fmla="*/ 0 h 452394"/>
              <a:gd name="connsiteX2" fmla="*/ 1982010 w 1985745"/>
              <a:gd name="connsiteY2" fmla="*/ 275902 h 452394"/>
              <a:gd name="connsiteX3" fmla="*/ 1833719 w 1985745"/>
              <a:gd name="connsiteY3" fmla="*/ 452394 h 452394"/>
              <a:gd name="connsiteX4" fmla="*/ 0 w 1985745"/>
              <a:gd name="connsiteY4" fmla="*/ 449780 h 452394"/>
              <a:gd name="connsiteX5" fmla="*/ 0 w 1985745"/>
              <a:gd name="connsiteY5" fmla="*/ 0 h 4523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85745" h="452394">
                <a:moveTo>
                  <a:pt x="0" y="0"/>
                </a:moveTo>
                <a:lnTo>
                  <a:pt x="1985745" y="0"/>
                </a:lnTo>
                <a:lnTo>
                  <a:pt x="1982010" y="275902"/>
                </a:lnTo>
                <a:lnTo>
                  <a:pt x="1833719" y="452394"/>
                </a:lnTo>
                <a:lnTo>
                  <a:pt x="0" y="449780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64679F17-6690-FF44-5285-EEE88C1B06DA}"/>
              </a:ext>
            </a:extLst>
          </p:cNvPr>
          <p:cNvSpPr/>
          <p:nvPr/>
        </p:nvSpPr>
        <p:spPr>
          <a:xfrm>
            <a:off x="3160060" y="2662197"/>
            <a:ext cx="2998693" cy="2816758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正方形/長方形 4">
            <a:extLst>
              <a:ext uri="{FF2B5EF4-FFF2-40B4-BE49-F238E27FC236}">
                <a16:creationId xmlns:a16="http://schemas.microsoft.com/office/drawing/2014/main" id="{2859CDA9-2E7C-A3A1-AE8B-B579026CB2C2}"/>
              </a:ext>
            </a:extLst>
          </p:cNvPr>
          <p:cNvSpPr/>
          <p:nvPr/>
        </p:nvSpPr>
        <p:spPr>
          <a:xfrm>
            <a:off x="3160060" y="2662196"/>
            <a:ext cx="1985745" cy="452394"/>
          </a:xfrm>
          <a:custGeom>
            <a:avLst/>
            <a:gdLst>
              <a:gd name="connsiteX0" fmla="*/ 0 w 1985745"/>
              <a:gd name="connsiteY0" fmla="*/ 0 h 449780"/>
              <a:gd name="connsiteX1" fmla="*/ 1985745 w 1985745"/>
              <a:gd name="connsiteY1" fmla="*/ 0 h 449780"/>
              <a:gd name="connsiteX2" fmla="*/ 1985745 w 1985745"/>
              <a:gd name="connsiteY2" fmla="*/ 449780 h 449780"/>
              <a:gd name="connsiteX3" fmla="*/ 0 w 1985745"/>
              <a:gd name="connsiteY3" fmla="*/ 449780 h 449780"/>
              <a:gd name="connsiteX4" fmla="*/ 0 w 1985745"/>
              <a:gd name="connsiteY4" fmla="*/ 0 h 449780"/>
              <a:gd name="connsiteX0" fmla="*/ 0 w 1985745"/>
              <a:gd name="connsiteY0" fmla="*/ 0 h 458744"/>
              <a:gd name="connsiteX1" fmla="*/ 1985745 w 1985745"/>
              <a:gd name="connsiteY1" fmla="*/ 0 h 458744"/>
              <a:gd name="connsiteX2" fmla="*/ 1725769 w 1985745"/>
              <a:gd name="connsiteY2" fmla="*/ 458744 h 458744"/>
              <a:gd name="connsiteX3" fmla="*/ 0 w 1985745"/>
              <a:gd name="connsiteY3" fmla="*/ 449780 h 458744"/>
              <a:gd name="connsiteX4" fmla="*/ 0 w 1985745"/>
              <a:gd name="connsiteY4" fmla="*/ 0 h 458744"/>
              <a:gd name="connsiteX0" fmla="*/ 0 w 1985745"/>
              <a:gd name="connsiteY0" fmla="*/ 0 h 458744"/>
              <a:gd name="connsiteX1" fmla="*/ 1985745 w 1985745"/>
              <a:gd name="connsiteY1" fmla="*/ 0 h 458744"/>
              <a:gd name="connsiteX2" fmla="*/ 1908985 w 1985745"/>
              <a:gd name="connsiteY2" fmla="*/ 142552 h 458744"/>
              <a:gd name="connsiteX3" fmla="*/ 1725769 w 1985745"/>
              <a:gd name="connsiteY3" fmla="*/ 458744 h 458744"/>
              <a:gd name="connsiteX4" fmla="*/ 0 w 1985745"/>
              <a:gd name="connsiteY4" fmla="*/ 449780 h 458744"/>
              <a:gd name="connsiteX5" fmla="*/ 0 w 1985745"/>
              <a:gd name="connsiteY5" fmla="*/ 0 h 458744"/>
              <a:gd name="connsiteX0" fmla="*/ 0 w 1985745"/>
              <a:gd name="connsiteY0" fmla="*/ 0 h 458744"/>
              <a:gd name="connsiteX1" fmla="*/ 1985745 w 1985745"/>
              <a:gd name="connsiteY1" fmla="*/ 0 h 458744"/>
              <a:gd name="connsiteX2" fmla="*/ 1982010 w 1985745"/>
              <a:gd name="connsiteY2" fmla="*/ 275902 h 458744"/>
              <a:gd name="connsiteX3" fmla="*/ 1725769 w 1985745"/>
              <a:gd name="connsiteY3" fmla="*/ 458744 h 458744"/>
              <a:gd name="connsiteX4" fmla="*/ 0 w 1985745"/>
              <a:gd name="connsiteY4" fmla="*/ 449780 h 458744"/>
              <a:gd name="connsiteX5" fmla="*/ 0 w 1985745"/>
              <a:gd name="connsiteY5" fmla="*/ 0 h 458744"/>
              <a:gd name="connsiteX0" fmla="*/ 0 w 1985745"/>
              <a:gd name="connsiteY0" fmla="*/ 0 h 452394"/>
              <a:gd name="connsiteX1" fmla="*/ 1985745 w 1985745"/>
              <a:gd name="connsiteY1" fmla="*/ 0 h 452394"/>
              <a:gd name="connsiteX2" fmla="*/ 1982010 w 1985745"/>
              <a:gd name="connsiteY2" fmla="*/ 275902 h 452394"/>
              <a:gd name="connsiteX3" fmla="*/ 1833719 w 1985745"/>
              <a:gd name="connsiteY3" fmla="*/ 452394 h 452394"/>
              <a:gd name="connsiteX4" fmla="*/ 0 w 1985745"/>
              <a:gd name="connsiteY4" fmla="*/ 449780 h 452394"/>
              <a:gd name="connsiteX5" fmla="*/ 0 w 1985745"/>
              <a:gd name="connsiteY5" fmla="*/ 0 h 4523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85745" h="452394">
                <a:moveTo>
                  <a:pt x="0" y="0"/>
                </a:moveTo>
                <a:lnTo>
                  <a:pt x="1985745" y="0"/>
                </a:lnTo>
                <a:lnTo>
                  <a:pt x="1982010" y="275902"/>
                </a:lnTo>
                <a:lnTo>
                  <a:pt x="1833719" y="452394"/>
                </a:lnTo>
                <a:lnTo>
                  <a:pt x="0" y="449780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054" name="Picture 6" descr="個人的docker composeおすすめtips 9選 | フューチャー技術ブログ">
            <a:extLst>
              <a:ext uri="{FF2B5EF4-FFF2-40B4-BE49-F238E27FC236}">
                <a16:creationId xmlns:a16="http://schemas.microsoft.com/office/drawing/2014/main" id="{AC2BD0E1-37E8-B961-717F-D25F0C241B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4954" y="2684935"/>
            <a:ext cx="839359" cy="402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nginx-logo-1 – PNG e Vetor - Download de Logo">
            <a:extLst>
              <a:ext uri="{FF2B5EF4-FFF2-40B4-BE49-F238E27FC236}">
                <a16:creationId xmlns:a16="http://schemas.microsoft.com/office/drawing/2014/main" id="{FE83D1D7-34B8-FA3A-D6EE-8A6E4219FA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5454" y="3294369"/>
            <a:ext cx="398357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Oauth2 Proxy Icon | Dashboard Icons">
            <a:extLst>
              <a:ext uri="{FF2B5EF4-FFF2-40B4-BE49-F238E27FC236}">
                <a16:creationId xmlns:a16="http://schemas.microsoft.com/office/drawing/2014/main" id="{38B145D7-C7B5-81DB-1E28-1035A9FBB5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3745" y="3786348"/>
            <a:ext cx="514263" cy="514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3620F78A-A4FB-9B83-C810-A3A5BC3CAE23}"/>
              </a:ext>
            </a:extLst>
          </p:cNvPr>
          <p:cNvSpPr/>
          <p:nvPr/>
        </p:nvSpPr>
        <p:spPr>
          <a:xfrm>
            <a:off x="7812680" y="1289374"/>
            <a:ext cx="3807820" cy="1079014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正方形/長方形 4">
            <a:extLst>
              <a:ext uri="{FF2B5EF4-FFF2-40B4-BE49-F238E27FC236}">
                <a16:creationId xmlns:a16="http://schemas.microsoft.com/office/drawing/2014/main" id="{485FF9D6-3819-916B-1791-2B31EEB315E7}"/>
              </a:ext>
            </a:extLst>
          </p:cNvPr>
          <p:cNvSpPr/>
          <p:nvPr/>
        </p:nvSpPr>
        <p:spPr>
          <a:xfrm>
            <a:off x="7812679" y="1289373"/>
            <a:ext cx="1985745" cy="452394"/>
          </a:xfrm>
          <a:custGeom>
            <a:avLst/>
            <a:gdLst>
              <a:gd name="connsiteX0" fmla="*/ 0 w 1985745"/>
              <a:gd name="connsiteY0" fmla="*/ 0 h 449780"/>
              <a:gd name="connsiteX1" fmla="*/ 1985745 w 1985745"/>
              <a:gd name="connsiteY1" fmla="*/ 0 h 449780"/>
              <a:gd name="connsiteX2" fmla="*/ 1985745 w 1985745"/>
              <a:gd name="connsiteY2" fmla="*/ 449780 h 449780"/>
              <a:gd name="connsiteX3" fmla="*/ 0 w 1985745"/>
              <a:gd name="connsiteY3" fmla="*/ 449780 h 449780"/>
              <a:gd name="connsiteX4" fmla="*/ 0 w 1985745"/>
              <a:gd name="connsiteY4" fmla="*/ 0 h 449780"/>
              <a:gd name="connsiteX0" fmla="*/ 0 w 1985745"/>
              <a:gd name="connsiteY0" fmla="*/ 0 h 458744"/>
              <a:gd name="connsiteX1" fmla="*/ 1985745 w 1985745"/>
              <a:gd name="connsiteY1" fmla="*/ 0 h 458744"/>
              <a:gd name="connsiteX2" fmla="*/ 1725769 w 1985745"/>
              <a:gd name="connsiteY2" fmla="*/ 458744 h 458744"/>
              <a:gd name="connsiteX3" fmla="*/ 0 w 1985745"/>
              <a:gd name="connsiteY3" fmla="*/ 449780 h 458744"/>
              <a:gd name="connsiteX4" fmla="*/ 0 w 1985745"/>
              <a:gd name="connsiteY4" fmla="*/ 0 h 458744"/>
              <a:gd name="connsiteX0" fmla="*/ 0 w 1985745"/>
              <a:gd name="connsiteY0" fmla="*/ 0 h 458744"/>
              <a:gd name="connsiteX1" fmla="*/ 1985745 w 1985745"/>
              <a:gd name="connsiteY1" fmla="*/ 0 h 458744"/>
              <a:gd name="connsiteX2" fmla="*/ 1908985 w 1985745"/>
              <a:gd name="connsiteY2" fmla="*/ 142552 h 458744"/>
              <a:gd name="connsiteX3" fmla="*/ 1725769 w 1985745"/>
              <a:gd name="connsiteY3" fmla="*/ 458744 h 458744"/>
              <a:gd name="connsiteX4" fmla="*/ 0 w 1985745"/>
              <a:gd name="connsiteY4" fmla="*/ 449780 h 458744"/>
              <a:gd name="connsiteX5" fmla="*/ 0 w 1985745"/>
              <a:gd name="connsiteY5" fmla="*/ 0 h 458744"/>
              <a:gd name="connsiteX0" fmla="*/ 0 w 1985745"/>
              <a:gd name="connsiteY0" fmla="*/ 0 h 458744"/>
              <a:gd name="connsiteX1" fmla="*/ 1985745 w 1985745"/>
              <a:gd name="connsiteY1" fmla="*/ 0 h 458744"/>
              <a:gd name="connsiteX2" fmla="*/ 1982010 w 1985745"/>
              <a:gd name="connsiteY2" fmla="*/ 275902 h 458744"/>
              <a:gd name="connsiteX3" fmla="*/ 1725769 w 1985745"/>
              <a:gd name="connsiteY3" fmla="*/ 458744 h 458744"/>
              <a:gd name="connsiteX4" fmla="*/ 0 w 1985745"/>
              <a:gd name="connsiteY4" fmla="*/ 449780 h 458744"/>
              <a:gd name="connsiteX5" fmla="*/ 0 w 1985745"/>
              <a:gd name="connsiteY5" fmla="*/ 0 h 458744"/>
              <a:gd name="connsiteX0" fmla="*/ 0 w 1985745"/>
              <a:gd name="connsiteY0" fmla="*/ 0 h 452394"/>
              <a:gd name="connsiteX1" fmla="*/ 1985745 w 1985745"/>
              <a:gd name="connsiteY1" fmla="*/ 0 h 452394"/>
              <a:gd name="connsiteX2" fmla="*/ 1982010 w 1985745"/>
              <a:gd name="connsiteY2" fmla="*/ 275902 h 452394"/>
              <a:gd name="connsiteX3" fmla="*/ 1833719 w 1985745"/>
              <a:gd name="connsiteY3" fmla="*/ 452394 h 452394"/>
              <a:gd name="connsiteX4" fmla="*/ 0 w 1985745"/>
              <a:gd name="connsiteY4" fmla="*/ 449780 h 452394"/>
              <a:gd name="connsiteX5" fmla="*/ 0 w 1985745"/>
              <a:gd name="connsiteY5" fmla="*/ 0 h 4523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85745" h="452394">
                <a:moveTo>
                  <a:pt x="0" y="0"/>
                </a:moveTo>
                <a:lnTo>
                  <a:pt x="1985745" y="0"/>
                </a:lnTo>
                <a:lnTo>
                  <a:pt x="1982010" y="275902"/>
                </a:lnTo>
                <a:lnTo>
                  <a:pt x="1833719" y="452394"/>
                </a:lnTo>
                <a:lnTo>
                  <a:pt x="0" y="449780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正方形/長方形 4">
            <a:extLst>
              <a:ext uri="{FF2B5EF4-FFF2-40B4-BE49-F238E27FC236}">
                <a16:creationId xmlns:a16="http://schemas.microsoft.com/office/drawing/2014/main" id="{8BD4100B-5885-BBE4-0C6B-09F3ADD02673}"/>
              </a:ext>
            </a:extLst>
          </p:cNvPr>
          <p:cNvSpPr/>
          <p:nvPr/>
        </p:nvSpPr>
        <p:spPr>
          <a:xfrm>
            <a:off x="7812678" y="2506250"/>
            <a:ext cx="1985745" cy="452394"/>
          </a:xfrm>
          <a:custGeom>
            <a:avLst/>
            <a:gdLst>
              <a:gd name="connsiteX0" fmla="*/ 0 w 1985745"/>
              <a:gd name="connsiteY0" fmla="*/ 0 h 449780"/>
              <a:gd name="connsiteX1" fmla="*/ 1985745 w 1985745"/>
              <a:gd name="connsiteY1" fmla="*/ 0 h 449780"/>
              <a:gd name="connsiteX2" fmla="*/ 1985745 w 1985745"/>
              <a:gd name="connsiteY2" fmla="*/ 449780 h 449780"/>
              <a:gd name="connsiteX3" fmla="*/ 0 w 1985745"/>
              <a:gd name="connsiteY3" fmla="*/ 449780 h 449780"/>
              <a:gd name="connsiteX4" fmla="*/ 0 w 1985745"/>
              <a:gd name="connsiteY4" fmla="*/ 0 h 449780"/>
              <a:gd name="connsiteX0" fmla="*/ 0 w 1985745"/>
              <a:gd name="connsiteY0" fmla="*/ 0 h 458744"/>
              <a:gd name="connsiteX1" fmla="*/ 1985745 w 1985745"/>
              <a:gd name="connsiteY1" fmla="*/ 0 h 458744"/>
              <a:gd name="connsiteX2" fmla="*/ 1725769 w 1985745"/>
              <a:gd name="connsiteY2" fmla="*/ 458744 h 458744"/>
              <a:gd name="connsiteX3" fmla="*/ 0 w 1985745"/>
              <a:gd name="connsiteY3" fmla="*/ 449780 h 458744"/>
              <a:gd name="connsiteX4" fmla="*/ 0 w 1985745"/>
              <a:gd name="connsiteY4" fmla="*/ 0 h 458744"/>
              <a:gd name="connsiteX0" fmla="*/ 0 w 1985745"/>
              <a:gd name="connsiteY0" fmla="*/ 0 h 458744"/>
              <a:gd name="connsiteX1" fmla="*/ 1985745 w 1985745"/>
              <a:gd name="connsiteY1" fmla="*/ 0 h 458744"/>
              <a:gd name="connsiteX2" fmla="*/ 1908985 w 1985745"/>
              <a:gd name="connsiteY2" fmla="*/ 142552 h 458744"/>
              <a:gd name="connsiteX3" fmla="*/ 1725769 w 1985745"/>
              <a:gd name="connsiteY3" fmla="*/ 458744 h 458744"/>
              <a:gd name="connsiteX4" fmla="*/ 0 w 1985745"/>
              <a:gd name="connsiteY4" fmla="*/ 449780 h 458744"/>
              <a:gd name="connsiteX5" fmla="*/ 0 w 1985745"/>
              <a:gd name="connsiteY5" fmla="*/ 0 h 458744"/>
              <a:gd name="connsiteX0" fmla="*/ 0 w 1985745"/>
              <a:gd name="connsiteY0" fmla="*/ 0 h 458744"/>
              <a:gd name="connsiteX1" fmla="*/ 1985745 w 1985745"/>
              <a:gd name="connsiteY1" fmla="*/ 0 h 458744"/>
              <a:gd name="connsiteX2" fmla="*/ 1982010 w 1985745"/>
              <a:gd name="connsiteY2" fmla="*/ 275902 h 458744"/>
              <a:gd name="connsiteX3" fmla="*/ 1725769 w 1985745"/>
              <a:gd name="connsiteY3" fmla="*/ 458744 h 458744"/>
              <a:gd name="connsiteX4" fmla="*/ 0 w 1985745"/>
              <a:gd name="connsiteY4" fmla="*/ 449780 h 458744"/>
              <a:gd name="connsiteX5" fmla="*/ 0 w 1985745"/>
              <a:gd name="connsiteY5" fmla="*/ 0 h 458744"/>
              <a:gd name="connsiteX0" fmla="*/ 0 w 1985745"/>
              <a:gd name="connsiteY0" fmla="*/ 0 h 452394"/>
              <a:gd name="connsiteX1" fmla="*/ 1985745 w 1985745"/>
              <a:gd name="connsiteY1" fmla="*/ 0 h 452394"/>
              <a:gd name="connsiteX2" fmla="*/ 1982010 w 1985745"/>
              <a:gd name="connsiteY2" fmla="*/ 275902 h 452394"/>
              <a:gd name="connsiteX3" fmla="*/ 1833719 w 1985745"/>
              <a:gd name="connsiteY3" fmla="*/ 452394 h 452394"/>
              <a:gd name="connsiteX4" fmla="*/ 0 w 1985745"/>
              <a:gd name="connsiteY4" fmla="*/ 449780 h 452394"/>
              <a:gd name="connsiteX5" fmla="*/ 0 w 1985745"/>
              <a:gd name="connsiteY5" fmla="*/ 0 h 4523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85745" h="452394">
                <a:moveTo>
                  <a:pt x="0" y="0"/>
                </a:moveTo>
                <a:lnTo>
                  <a:pt x="1985745" y="0"/>
                </a:lnTo>
                <a:lnTo>
                  <a:pt x="1982010" y="275902"/>
                </a:lnTo>
                <a:lnTo>
                  <a:pt x="1833719" y="452394"/>
                </a:lnTo>
                <a:lnTo>
                  <a:pt x="0" y="449780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064" name="Picture 16" descr="AWS ロゴ 無料ダウンロード SVG, PNG, ベクターアイコン · LobeHub">
            <a:extLst>
              <a:ext uri="{FF2B5EF4-FFF2-40B4-BE49-F238E27FC236}">
                <a16:creationId xmlns:a16="http://schemas.microsoft.com/office/drawing/2014/main" id="{715040AF-BABC-FB59-957E-B2EE0EB9FE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7417" y="1249959"/>
            <a:ext cx="531222" cy="531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E5CF9E46-EEFC-5336-8FA0-D5666BDE862C}"/>
              </a:ext>
            </a:extLst>
          </p:cNvPr>
          <p:cNvSpPr/>
          <p:nvPr/>
        </p:nvSpPr>
        <p:spPr>
          <a:xfrm>
            <a:off x="7812679" y="2508989"/>
            <a:ext cx="3807820" cy="635831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正方形/長方形 4">
            <a:extLst>
              <a:ext uri="{FF2B5EF4-FFF2-40B4-BE49-F238E27FC236}">
                <a16:creationId xmlns:a16="http://schemas.microsoft.com/office/drawing/2014/main" id="{8A8C5161-9BFB-C55E-947E-1EB0A2BDBC46}"/>
              </a:ext>
            </a:extLst>
          </p:cNvPr>
          <p:cNvSpPr/>
          <p:nvPr/>
        </p:nvSpPr>
        <p:spPr>
          <a:xfrm>
            <a:off x="7812677" y="3282682"/>
            <a:ext cx="1985745" cy="452394"/>
          </a:xfrm>
          <a:custGeom>
            <a:avLst/>
            <a:gdLst>
              <a:gd name="connsiteX0" fmla="*/ 0 w 1985745"/>
              <a:gd name="connsiteY0" fmla="*/ 0 h 449780"/>
              <a:gd name="connsiteX1" fmla="*/ 1985745 w 1985745"/>
              <a:gd name="connsiteY1" fmla="*/ 0 h 449780"/>
              <a:gd name="connsiteX2" fmla="*/ 1985745 w 1985745"/>
              <a:gd name="connsiteY2" fmla="*/ 449780 h 449780"/>
              <a:gd name="connsiteX3" fmla="*/ 0 w 1985745"/>
              <a:gd name="connsiteY3" fmla="*/ 449780 h 449780"/>
              <a:gd name="connsiteX4" fmla="*/ 0 w 1985745"/>
              <a:gd name="connsiteY4" fmla="*/ 0 h 449780"/>
              <a:gd name="connsiteX0" fmla="*/ 0 w 1985745"/>
              <a:gd name="connsiteY0" fmla="*/ 0 h 458744"/>
              <a:gd name="connsiteX1" fmla="*/ 1985745 w 1985745"/>
              <a:gd name="connsiteY1" fmla="*/ 0 h 458744"/>
              <a:gd name="connsiteX2" fmla="*/ 1725769 w 1985745"/>
              <a:gd name="connsiteY2" fmla="*/ 458744 h 458744"/>
              <a:gd name="connsiteX3" fmla="*/ 0 w 1985745"/>
              <a:gd name="connsiteY3" fmla="*/ 449780 h 458744"/>
              <a:gd name="connsiteX4" fmla="*/ 0 w 1985745"/>
              <a:gd name="connsiteY4" fmla="*/ 0 h 458744"/>
              <a:gd name="connsiteX0" fmla="*/ 0 w 1985745"/>
              <a:gd name="connsiteY0" fmla="*/ 0 h 458744"/>
              <a:gd name="connsiteX1" fmla="*/ 1985745 w 1985745"/>
              <a:gd name="connsiteY1" fmla="*/ 0 h 458744"/>
              <a:gd name="connsiteX2" fmla="*/ 1908985 w 1985745"/>
              <a:gd name="connsiteY2" fmla="*/ 142552 h 458744"/>
              <a:gd name="connsiteX3" fmla="*/ 1725769 w 1985745"/>
              <a:gd name="connsiteY3" fmla="*/ 458744 h 458744"/>
              <a:gd name="connsiteX4" fmla="*/ 0 w 1985745"/>
              <a:gd name="connsiteY4" fmla="*/ 449780 h 458744"/>
              <a:gd name="connsiteX5" fmla="*/ 0 w 1985745"/>
              <a:gd name="connsiteY5" fmla="*/ 0 h 458744"/>
              <a:gd name="connsiteX0" fmla="*/ 0 w 1985745"/>
              <a:gd name="connsiteY0" fmla="*/ 0 h 458744"/>
              <a:gd name="connsiteX1" fmla="*/ 1985745 w 1985745"/>
              <a:gd name="connsiteY1" fmla="*/ 0 h 458744"/>
              <a:gd name="connsiteX2" fmla="*/ 1982010 w 1985745"/>
              <a:gd name="connsiteY2" fmla="*/ 275902 h 458744"/>
              <a:gd name="connsiteX3" fmla="*/ 1725769 w 1985745"/>
              <a:gd name="connsiteY3" fmla="*/ 458744 h 458744"/>
              <a:gd name="connsiteX4" fmla="*/ 0 w 1985745"/>
              <a:gd name="connsiteY4" fmla="*/ 449780 h 458744"/>
              <a:gd name="connsiteX5" fmla="*/ 0 w 1985745"/>
              <a:gd name="connsiteY5" fmla="*/ 0 h 458744"/>
              <a:gd name="connsiteX0" fmla="*/ 0 w 1985745"/>
              <a:gd name="connsiteY0" fmla="*/ 0 h 452394"/>
              <a:gd name="connsiteX1" fmla="*/ 1985745 w 1985745"/>
              <a:gd name="connsiteY1" fmla="*/ 0 h 452394"/>
              <a:gd name="connsiteX2" fmla="*/ 1982010 w 1985745"/>
              <a:gd name="connsiteY2" fmla="*/ 275902 h 452394"/>
              <a:gd name="connsiteX3" fmla="*/ 1833719 w 1985745"/>
              <a:gd name="connsiteY3" fmla="*/ 452394 h 452394"/>
              <a:gd name="connsiteX4" fmla="*/ 0 w 1985745"/>
              <a:gd name="connsiteY4" fmla="*/ 449780 h 452394"/>
              <a:gd name="connsiteX5" fmla="*/ 0 w 1985745"/>
              <a:gd name="connsiteY5" fmla="*/ 0 h 4523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85745" h="452394">
                <a:moveTo>
                  <a:pt x="0" y="0"/>
                </a:moveTo>
                <a:lnTo>
                  <a:pt x="1985745" y="0"/>
                </a:lnTo>
                <a:lnTo>
                  <a:pt x="1982010" y="275902"/>
                </a:lnTo>
                <a:lnTo>
                  <a:pt x="1833719" y="452394"/>
                </a:lnTo>
                <a:lnTo>
                  <a:pt x="0" y="449780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4D9D432E-815F-C906-79DF-21D7BD0545F4}"/>
              </a:ext>
            </a:extLst>
          </p:cNvPr>
          <p:cNvSpPr/>
          <p:nvPr/>
        </p:nvSpPr>
        <p:spPr>
          <a:xfrm>
            <a:off x="7812678" y="3285420"/>
            <a:ext cx="3807820" cy="2447011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066" name="Picture 18" descr="Let's Encrypt の Please choose an account 問題 | Linxexpert">
            <a:extLst>
              <a:ext uri="{FF2B5EF4-FFF2-40B4-BE49-F238E27FC236}">
                <a16:creationId xmlns:a16="http://schemas.microsoft.com/office/drawing/2014/main" id="{29756CED-5130-59AC-313F-0E45E5977B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677" y="2494780"/>
            <a:ext cx="641041" cy="528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8" name="Picture 20">
            <a:extLst>
              <a:ext uri="{FF2B5EF4-FFF2-40B4-BE49-F238E27FC236}">
                <a16:creationId xmlns:a16="http://schemas.microsoft.com/office/drawing/2014/main" id="{51F948BB-27B7-BC85-CB9C-5DA47BAEE1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6731" y="3355332"/>
            <a:ext cx="1063815" cy="307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0" name="Picture 22" descr="AWS Route 53を使って独自ドメインのWebページを表示させてみよう - Avinton Japan">
            <a:extLst>
              <a:ext uri="{FF2B5EF4-FFF2-40B4-BE49-F238E27FC236}">
                <a16:creationId xmlns:a16="http://schemas.microsoft.com/office/drawing/2014/main" id="{7D7C7BBD-25DB-77C2-F6F5-76DA1C9CAF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5264" y="1753237"/>
            <a:ext cx="531222" cy="531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2" name="Picture 24" descr="BUSINESS - Cloud Design&amp;Solution合同会社">
            <a:extLst>
              <a:ext uri="{FF2B5EF4-FFF2-40B4-BE49-F238E27FC236}">
                <a16:creationId xmlns:a16="http://schemas.microsoft.com/office/drawing/2014/main" id="{A51271A5-329F-8A09-C595-1AF3243C38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1746" y="3819048"/>
            <a:ext cx="1491558" cy="482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正方形/長方形 4">
            <a:extLst>
              <a:ext uri="{FF2B5EF4-FFF2-40B4-BE49-F238E27FC236}">
                <a16:creationId xmlns:a16="http://schemas.microsoft.com/office/drawing/2014/main" id="{5130626F-97F3-A7C2-30F4-4EC79CE1A60C}"/>
              </a:ext>
            </a:extLst>
          </p:cNvPr>
          <p:cNvSpPr/>
          <p:nvPr/>
        </p:nvSpPr>
        <p:spPr>
          <a:xfrm>
            <a:off x="297984" y="1289373"/>
            <a:ext cx="984686" cy="454775"/>
          </a:xfrm>
          <a:custGeom>
            <a:avLst/>
            <a:gdLst>
              <a:gd name="connsiteX0" fmla="*/ 0 w 1985745"/>
              <a:gd name="connsiteY0" fmla="*/ 0 h 449780"/>
              <a:gd name="connsiteX1" fmla="*/ 1985745 w 1985745"/>
              <a:gd name="connsiteY1" fmla="*/ 0 h 449780"/>
              <a:gd name="connsiteX2" fmla="*/ 1985745 w 1985745"/>
              <a:gd name="connsiteY2" fmla="*/ 449780 h 449780"/>
              <a:gd name="connsiteX3" fmla="*/ 0 w 1985745"/>
              <a:gd name="connsiteY3" fmla="*/ 449780 h 449780"/>
              <a:gd name="connsiteX4" fmla="*/ 0 w 1985745"/>
              <a:gd name="connsiteY4" fmla="*/ 0 h 449780"/>
              <a:gd name="connsiteX0" fmla="*/ 0 w 1985745"/>
              <a:gd name="connsiteY0" fmla="*/ 0 h 458744"/>
              <a:gd name="connsiteX1" fmla="*/ 1985745 w 1985745"/>
              <a:gd name="connsiteY1" fmla="*/ 0 h 458744"/>
              <a:gd name="connsiteX2" fmla="*/ 1725769 w 1985745"/>
              <a:gd name="connsiteY2" fmla="*/ 458744 h 458744"/>
              <a:gd name="connsiteX3" fmla="*/ 0 w 1985745"/>
              <a:gd name="connsiteY3" fmla="*/ 449780 h 458744"/>
              <a:gd name="connsiteX4" fmla="*/ 0 w 1985745"/>
              <a:gd name="connsiteY4" fmla="*/ 0 h 458744"/>
              <a:gd name="connsiteX0" fmla="*/ 0 w 1985745"/>
              <a:gd name="connsiteY0" fmla="*/ 0 h 458744"/>
              <a:gd name="connsiteX1" fmla="*/ 1985745 w 1985745"/>
              <a:gd name="connsiteY1" fmla="*/ 0 h 458744"/>
              <a:gd name="connsiteX2" fmla="*/ 1908985 w 1985745"/>
              <a:gd name="connsiteY2" fmla="*/ 142552 h 458744"/>
              <a:gd name="connsiteX3" fmla="*/ 1725769 w 1985745"/>
              <a:gd name="connsiteY3" fmla="*/ 458744 h 458744"/>
              <a:gd name="connsiteX4" fmla="*/ 0 w 1985745"/>
              <a:gd name="connsiteY4" fmla="*/ 449780 h 458744"/>
              <a:gd name="connsiteX5" fmla="*/ 0 w 1985745"/>
              <a:gd name="connsiteY5" fmla="*/ 0 h 458744"/>
              <a:gd name="connsiteX0" fmla="*/ 0 w 1985745"/>
              <a:gd name="connsiteY0" fmla="*/ 0 h 458744"/>
              <a:gd name="connsiteX1" fmla="*/ 1985745 w 1985745"/>
              <a:gd name="connsiteY1" fmla="*/ 0 h 458744"/>
              <a:gd name="connsiteX2" fmla="*/ 1982010 w 1985745"/>
              <a:gd name="connsiteY2" fmla="*/ 275902 h 458744"/>
              <a:gd name="connsiteX3" fmla="*/ 1725769 w 1985745"/>
              <a:gd name="connsiteY3" fmla="*/ 458744 h 458744"/>
              <a:gd name="connsiteX4" fmla="*/ 0 w 1985745"/>
              <a:gd name="connsiteY4" fmla="*/ 449780 h 458744"/>
              <a:gd name="connsiteX5" fmla="*/ 0 w 1985745"/>
              <a:gd name="connsiteY5" fmla="*/ 0 h 458744"/>
              <a:gd name="connsiteX0" fmla="*/ 0 w 1985745"/>
              <a:gd name="connsiteY0" fmla="*/ 0 h 452394"/>
              <a:gd name="connsiteX1" fmla="*/ 1985745 w 1985745"/>
              <a:gd name="connsiteY1" fmla="*/ 0 h 452394"/>
              <a:gd name="connsiteX2" fmla="*/ 1982010 w 1985745"/>
              <a:gd name="connsiteY2" fmla="*/ 275902 h 452394"/>
              <a:gd name="connsiteX3" fmla="*/ 1833719 w 1985745"/>
              <a:gd name="connsiteY3" fmla="*/ 452394 h 452394"/>
              <a:gd name="connsiteX4" fmla="*/ 0 w 1985745"/>
              <a:gd name="connsiteY4" fmla="*/ 449780 h 452394"/>
              <a:gd name="connsiteX5" fmla="*/ 0 w 1985745"/>
              <a:gd name="connsiteY5" fmla="*/ 0 h 452394"/>
              <a:gd name="connsiteX0" fmla="*/ 0 w 1985745"/>
              <a:gd name="connsiteY0" fmla="*/ 0 h 454775"/>
              <a:gd name="connsiteX1" fmla="*/ 1985745 w 1985745"/>
              <a:gd name="connsiteY1" fmla="*/ 0 h 454775"/>
              <a:gd name="connsiteX2" fmla="*/ 1982010 w 1985745"/>
              <a:gd name="connsiteY2" fmla="*/ 275902 h 454775"/>
              <a:gd name="connsiteX3" fmla="*/ 1665646 w 1985745"/>
              <a:gd name="connsiteY3" fmla="*/ 454775 h 454775"/>
              <a:gd name="connsiteX4" fmla="*/ 0 w 1985745"/>
              <a:gd name="connsiteY4" fmla="*/ 449780 h 454775"/>
              <a:gd name="connsiteX5" fmla="*/ 0 w 1985745"/>
              <a:gd name="connsiteY5" fmla="*/ 0 h 454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85745" h="454775">
                <a:moveTo>
                  <a:pt x="0" y="0"/>
                </a:moveTo>
                <a:lnTo>
                  <a:pt x="1985745" y="0"/>
                </a:lnTo>
                <a:lnTo>
                  <a:pt x="1982010" y="275902"/>
                </a:lnTo>
                <a:lnTo>
                  <a:pt x="1665646" y="454775"/>
                </a:lnTo>
                <a:lnTo>
                  <a:pt x="0" y="449780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074" name="Picture 26" descr="PC（ノートパソコン）」アイコン・イラストのフリー素材（商用可）">
            <a:extLst>
              <a:ext uri="{FF2B5EF4-FFF2-40B4-BE49-F238E27FC236}">
                <a16:creationId xmlns:a16="http://schemas.microsoft.com/office/drawing/2014/main" id="{BB72751D-EFFE-DD90-A65F-6DBF97A68F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725" y="1260176"/>
            <a:ext cx="481591" cy="481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1F069AEF-852B-DDAC-1E2C-A536C26E2568}"/>
              </a:ext>
            </a:extLst>
          </p:cNvPr>
          <p:cNvSpPr txBox="1"/>
          <p:nvPr/>
        </p:nvSpPr>
        <p:spPr>
          <a:xfrm>
            <a:off x="714139" y="1330904"/>
            <a:ext cx="494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Meiryo UI" panose="020B0604030504040204" pitchFamily="50" charset="-128"/>
                <a:ea typeface="Meiryo UI" panose="020B0604030504040204" pitchFamily="50" charset="-128"/>
              </a:rPr>
              <a:t>PC</a:t>
            </a:r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076" name="Picture 28">
            <a:extLst>
              <a:ext uri="{FF2B5EF4-FFF2-40B4-BE49-F238E27FC236}">
                <a16:creationId xmlns:a16="http://schemas.microsoft.com/office/drawing/2014/main" id="{1D945756-6874-B9D0-EAFC-CBBFAE12AF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184" y="3299676"/>
            <a:ext cx="446585" cy="446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8" name="Picture 30" descr="Web server - Free networking icons">
            <a:extLst>
              <a:ext uri="{FF2B5EF4-FFF2-40B4-BE49-F238E27FC236}">
                <a16:creationId xmlns:a16="http://schemas.microsoft.com/office/drawing/2014/main" id="{77051461-DEE9-2427-1F9E-712F6FD622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6611" y="4433211"/>
            <a:ext cx="514263" cy="514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853714D7-7A86-002C-C423-1B97735F489A}"/>
              </a:ext>
            </a:extLst>
          </p:cNvPr>
          <p:cNvCxnSpPr>
            <a:stCxn id="2076" idx="3"/>
            <a:endCxn id="2060" idx="1"/>
          </p:cNvCxnSpPr>
          <p:nvPr/>
        </p:nvCxnSpPr>
        <p:spPr>
          <a:xfrm>
            <a:off x="1081769" y="3522969"/>
            <a:ext cx="2323685" cy="0"/>
          </a:xfrm>
          <a:prstGeom prst="straightConnector1">
            <a:avLst/>
          </a:prstGeom>
          <a:ln w="57150">
            <a:solidFill>
              <a:srgbClr val="0000FF">
                <a:alpha val="30196"/>
              </a:srgb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線矢印コネクタ 37">
            <a:extLst>
              <a:ext uri="{FF2B5EF4-FFF2-40B4-BE49-F238E27FC236}">
                <a16:creationId xmlns:a16="http://schemas.microsoft.com/office/drawing/2014/main" id="{5E8E2591-7DE0-8452-644D-35C6E7CF586E}"/>
              </a:ext>
            </a:extLst>
          </p:cNvPr>
          <p:cNvCxnSpPr>
            <a:cxnSpLocks/>
            <a:stCxn id="2060" idx="3"/>
            <a:endCxn id="2062" idx="1"/>
          </p:cNvCxnSpPr>
          <p:nvPr/>
        </p:nvCxnSpPr>
        <p:spPr>
          <a:xfrm>
            <a:off x="3803811" y="3522969"/>
            <a:ext cx="1359934" cy="520511"/>
          </a:xfrm>
          <a:prstGeom prst="straightConnector1">
            <a:avLst/>
          </a:prstGeom>
          <a:ln w="57150">
            <a:solidFill>
              <a:srgbClr val="0000FF">
                <a:alpha val="30196"/>
              </a:srgb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直線矢印コネクタ 42">
            <a:extLst>
              <a:ext uri="{FF2B5EF4-FFF2-40B4-BE49-F238E27FC236}">
                <a16:creationId xmlns:a16="http://schemas.microsoft.com/office/drawing/2014/main" id="{C280ED90-E21F-CA33-D50B-B832DFDCF10F}"/>
              </a:ext>
            </a:extLst>
          </p:cNvPr>
          <p:cNvCxnSpPr>
            <a:cxnSpLocks/>
            <a:stCxn id="2062" idx="3"/>
            <a:endCxn id="2072" idx="1"/>
          </p:cNvCxnSpPr>
          <p:nvPr/>
        </p:nvCxnSpPr>
        <p:spPr>
          <a:xfrm>
            <a:off x="5678008" y="4043480"/>
            <a:ext cx="2403738" cy="16921"/>
          </a:xfrm>
          <a:prstGeom prst="straightConnector1">
            <a:avLst/>
          </a:prstGeom>
          <a:ln w="57150">
            <a:solidFill>
              <a:srgbClr val="0000FF">
                <a:alpha val="30196"/>
              </a:srgb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直線矢印コネクタ 47">
            <a:extLst>
              <a:ext uri="{FF2B5EF4-FFF2-40B4-BE49-F238E27FC236}">
                <a16:creationId xmlns:a16="http://schemas.microsoft.com/office/drawing/2014/main" id="{C106958B-0032-2A8D-1264-BED69A9CCE68}"/>
              </a:ext>
            </a:extLst>
          </p:cNvPr>
          <p:cNvCxnSpPr>
            <a:cxnSpLocks/>
            <a:stCxn id="2060" idx="2"/>
            <a:endCxn id="2078" idx="0"/>
          </p:cNvCxnSpPr>
          <p:nvPr/>
        </p:nvCxnSpPr>
        <p:spPr>
          <a:xfrm flipH="1">
            <a:off x="3603743" y="3751569"/>
            <a:ext cx="890" cy="681642"/>
          </a:xfrm>
          <a:prstGeom prst="straightConnector1">
            <a:avLst/>
          </a:prstGeom>
          <a:ln w="57150">
            <a:solidFill>
              <a:srgbClr val="0000FF">
                <a:alpha val="30196"/>
              </a:srgb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B6699294-0B82-F8ED-C691-EDC6C72C71AC}"/>
              </a:ext>
            </a:extLst>
          </p:cNvPr>
          <p:cNvCxnSpPr>
            <a:cxnSpLocks/>
            <a:stCxn id="2060" idx="3"/>
            <a:endCxn id="2066" idx="1"/>
          </p:cNvCxnSpPr>
          <p:nvPr/>
        </p:nvCxnSpPr>
        <p:spPr>
          <a:xfrm flipV="1">
            <a:off x="3803811" y="2759210"/>
            <a:ext cx="4008866" cy="763759"/>
          </a:xfrm>
          <a:prstGeom prst="straightConnector1">
            <a:avLst/>
          </a:prstGeom>
          <a:ln w="57150">
            <a:solidFill>
              <a:srgbClr val="0000FF">
                <a:alpha val="30196"/>
              </a:srgbClr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直線矢印コネクタ 55">
            <a:extLst>
              <a:ext uri="{FF2B5EF4-FFF2-40B4-BE49-F238E27FC236}">
                <a16:creationId xmlns:a16="http://schemas.microsoft.com/office/drawing/2014/main" id="{C0DCC5FF-1A63-943F-E7C6-C67E2D4F4D4E}"/>
              </a:ext>
            </a:extLst>
          </p:cNvPr>
          <p:cNvCxnSpPr>
            <a:cxnSpLocks/>
            <a:stCxn id="2060" idx="3"/>
          </p:cNvCxnSpPr>
          <p:nvPr/>
        </p:nvCxnSpPr>
        <p:spPr>
          <a:xfrm flipV="1">
            <a:off x="3803811" y="1925600"/>
            <a:ext cx="4732945" cy="1597369"/>
          </a:xfrm>
          <a:prstGeom prst="straightConnector1">
            <a:avLst/>
          </a:prstGeom>
          <a:ln w="57150">
            <a:solidFill>
              <a:srgbClr val="0000FF">
                <a:alpha val="30196"/>
              </a:srgbClr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1BDEF97A-A9F1-5A58-9330-5C182C797A9D}"/>
              </a:ext>
            </a:extLst>
          </p:cNvPr>
          <p:cNvSpPr txBox="1"/>
          <p:nvPr/>
        </p:nvSpPr>
        <p:spPr>
          <a:xfrm>
            <a:off x="3266119" y="4960984"/>
            <a:ext cx="28103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Nginx</a:t>
            </a:r>
            <a:r>
              <a:rPr lang="ja-JP" altLang="en-US" sz="1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のバックエンドとして動作する</a:t>
            </a:r>
            <a:br>
              <a:rPr lang="en-US" altLang="ja-JP" sz="1400" b="1" dirty="0"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kumimoji="1" lang="en-US" altLang="ja-JP" sz="1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Web</a:t>
            </a:r>
            <a:r>
              <a:rPr kumimoji="1" lang="ja-JP" altLang="en-US" sz="1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サービス</a:t>
            </a:r>
            <a:r>
              <a:rPr kumimoji="1" lang="en-US" altLang="ja-JP" sz="1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kumimoji="1" lang="ja-JP" altLang="en-US" sz="1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今回は</a:t>
            </a:r>
            <a:r>
              <a:rPr kumimoji="1" lang="en-US" altLang="ja-JP" sz="1400" b="1" dirty="0" err="1">
                <a:latin typeface="Meiryo UI" panose="020B0604030504040204" pitchFamily="50" charset="-128"/>
                <a:ea typeface="Meiryo UI" panose="020B0604030504040204" pitchFamily="50" charset="-128"/>
              </a:rPr>
              <a:t>PlantUML</a:t>
            </a:r>
            <a:r>
              <a:rPr kumimoji="1" lang="en-US" altLang="ja-JP" sz="1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kumimoji="1" lang="ja-JP" altLang="en-US" sz="1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4AA1631C-7B85-7ED4-3D55-B6B2C78461D2}"/>
              </a:ext>
            </a:extLst>
          </p:cNvPr>
          <p:cNvSpPr txBox="1"/>
          <p:nvPr/>
        </p:nvSpPr>
        <p:spPr>
          <a:xfrm>
            <a:off x="3184954" y="4008910"/>
            <a:ext cx="10005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認証：</a:t>
            </a:r>
            <a:r>
              <a:rPr lang="en-US" altLang="ja-JP" sz="1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OK</a:t>
            </a:r>
            <a:endParaRPr kumimoji="1" lang="ja-JP" altLang="en-US" sz="1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49" name="テキスト ボックス 2048">
            <a:extLst>
              <a:ext uri="{FF2B5EF4-FFF2-40B4-BE49-F238E27FC236}">
                <a16:creationId xmlns:a16="http://schemas.microsoft.com/office/drawing/2014/main" id="{04A68572-6490-F56E-B528-4397F73BD9AC}"/>
              </a:ext>
            </a:extLst>
          </p:cNvPr>
          <p:cNvSpPr txBox="1"/>
          <p:nvPr/>
        </p:nvSpPr>
        <p:spPr>
          <a:xfrm>
            <a:off x="6092877" y="4083730"/>
            <a:ext cx="16033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OAuth2.0</a:t>
            </a:r>
            <a:r>
              <a:rPr lang="ja-JP" altLang="en-US" sz="1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で認証</a:t>
            </a:r>
            <a:endParaRPr kumimoji="1" lang="ja-JP" altLang="en-US" sz="1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51" name="テキスト ボックス 2050">
            <a:extLst>
              <a:ext uri="{FF2B5EF4-FFF2-40B4-BE49-F238E27FC236}">
                <a16:creationId xmlns:a16="http://schemas.microsoft.com/office/drawing/2014/main" id="{118D097F-2F64-3EC3-3A3C-41D1FAC18043}"/>
              </a:ext>
            </a:extLst>
          </p:cNvPr>
          <p:cNvSpPr txBox="1"/>
          <p:nvPr/>
        </p:nvSpPr>
        <p:spPr>
          <a:xfrm>
            <a:off x="6142354" y="3081429"/>
            <a:ext cx="11897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サーバ証明書</a:t>
            </a:r>
            <a:endParaRPr kumimoji="1" lang="ja-JP" altLang="en-US" sz="1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53" name="テキスト ボックス 2052">
            <a:extLst>
              <a:ext uri="{FF2B5EF4-FFF2-40B4-BE49-F238E27FC236}">
                <a16:creationId xmlns:a16="http://schemas.microsoft.com/office/drawing/2014/main" id="{BECFAB3A-4688-014A-87EF-34B000376B66}"/>
              </a:ext>
            </a:extLst>
          </p:cNvPr>
          <p:cNvSpPr txBox="1"/>
          <p:nvPr/>
        </p:nvSpPr>
        <p:spPr>
          <a:xfrm>
            <a:off x="6155227" y="2048950"/>
            <a:ext cx="9525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DNS</a:t>
            </a:r>
            <a:r>
              <a:rPr kumimoji="1" lang="ja-JP" altLang="en-US" sz="1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提供</a:t>
            </a:r>
          </a:p>
        </p:txBody>
      </p:sp>
      <p:sp>
        <p:nvSpPr>
          <p:cNvPr id="2055" name="テキスト ボックス 2054">
            <a:extLst>
              <a:ext uri="{FF2B5EF4-FFF2-40B4-BE49-F238E27FC236}">
                <a16:creationId xmlns:a16="http://schemas.microsoft.com/office/drawing/2014/main" id="{592A5AC7-750D-CBF6-6F55-7599EE0B53DD}"/>
              </a:ext>
            </a:extLst>
          </p:cNvPr>
          <p:cNvSpPr txBox="1"/>
          <p:nvPr/>
        </p:nvSpPr>
        <p:spPr>
          <a:xfrm>
            <a:off x="8884862" y="1828881"/>
            <a:ext cx="27117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Route 53</a:t>
            </a:r>
            <a:r>
              <a:rPr kumimoji="1" lang="ja-JP" altLang="en-US" sz="1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サービスで独自ドメイン</a:t>
            </a:r>
            <a:endParaRPr kumimoji="1" lang="en-US" altLang="ja-JP" sz="1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を確保</a:t>
            </a:r>
            <a:endParaRPr kumimoji="1" lang="ja-JP" altLang="en-US" sz="1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57" name="テキスト ボックス 2056">
            <a:extLst>
              <a:ext uri="{FF2B5EF4-FFF2-40B4-BE49-F238E27FC236}">
                <a16:creationId xmlns:a16="http://schemas.microsoft.com/office/drawing/2014/main" id="{D4FC3B0D-74E3-5C44-6667-A6220841C466}"/>
              </a:ext>
            </a:extLst>
          </p:cNvPr>
          <p:cNvSpPr txBox="1"/>
          <p:nvPr/>
        </p:nvSpPr>
        <p:spPr>
          <a:xfrm>
            <a:off x="9881461" y="2525566"/>
            <a:ext cx="13131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3</a:t>
            </a:r>
            <a:r>
              <a:rPr kumimoji="1" lang="ja-JP" altLang="en-US" sz="1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ヵ月間無料の</a:t>
            </a:r>
            <a:endParaRPr kumimoji="1" lang="en-US" altLang="ja-JP" sz="1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サーバ証明書</a:t>
            </a:r>
            <a:endParaRPr kumimoji="1" lang="ja-JP" altLang="en-US" sz="1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59" name="テキスト ボックス 2058">
            <a:extLst>
              <a:ext uri="{FF2B5EF4-FFF2-40B4-BE49-F238E27FC236}">
                <a16:creationId xmlns:a16="http://schemas.microsoft.com/office/drawing/2014/main" id="{86D56722-D431-EB1E-D9E6-C3BAC3ED73D6}"/>
              </a:ext>
            </a:extLst>
          </p:cNvPr>
          <p:cNvSpPr txBox="1"/>
          <p:nvPr/>
        </p:nvSpPr>
        <p:spPr>
          <a:xfrm>
            <a:off x="9602305" y="3758547"/>
            <a:ext cx="20810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外部ドメインのユーザを</a:t>
            </a:r>
            <a:endParaRPr kumimoji="1" lang="en-US" altLang="ja-JP" sz="1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招待して</a:t>
            </a:r>
            <a:r>
              <a:rPr lang="en-US" altLang="ja-JP" sz="1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OAuth2.0</a:t>
            </a:r>
            <a:r>
              <a:rPr lang="ja-JP" altLang="en-US" sz="1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認証</a:t>
            </a:r>
            <a:endParaRPr kumimoji="1" lang="ja-JP" altLang="en-US" sz="1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61" name="テキスト ボックス 2060">
            <a:extLst>
              <a:ext uri="{FF2B5EF4-FFF2-40B4-BE49-F238E27FC236}">
                <a16:creationId xmlns:a16="http://schemas.microsoft.com/office/drawing/2014/main" id="{9123E6BF-392A-52D8-E07A-97681259D7A1}"/>
              </a:ext>
            </a:extLst>
          </p:cNvPr>
          <p:cNvSpPr txBox="1"/>
          <p:nvPr/>
        </p:nvSpPr>
        <p:spPr>
          <a:xfrm>
            <a:off x="3232486" y="3659599"/>
            <a:ext cx="7425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Nginx</a:t>
            </a:r>
            <a:endParaRPr kumimoji="1" lang="ja-JP" altLang="en-US" sz="1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71" name="テキスト ボックス 2070">
            <a:extLst>
              <a:ext uri="{FF2B5EF4-FFF2-40B4-BE49-F238E27FC236}">
                <a16:creationId xmlns:a16="http://schemas.microsoft.com/office/drawing/2014/main" id="{48A78671-672B-4352-1ABF-98A6748C61E7}"/>
              </a:ext>
            </a:extLst>
          </p:cNvPr>
          <p:cNvSpPr txBox="1"/>
          <p:nvPr/>
        </p:nvSpPr>
        <p:spPr>
          <a:xfrm>
            <a:off x="4719980" y="3560497"/>
            <a:ext cx="15295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OAuth2-proxy</a:t>
            </a:r>
            <a:endParaRPr kumimoji="1" lang="ja-JP" altLang="en-US" sz="1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73" name="テキスト ボックス 2072">
            <a:extLst>
              <a:ext uri="{FF2B5EF4-FFF2-40B4-BE49-F238E27FC236}">
                <a16:creationId xmlns:a16="http://schemas.microsoft.com/office/drawing/2014/main" id="{6464AFA9-8E40-D17A-1786-E91970A4D831}"/>
              </a:ext>
            </a:extLst>
          </p:cNvPr>
          <p:cNvSpPr txBox="1"/>
          <p:nvPr/>
        </p:nvSpPr>
        <p:spPr>
          <a:xfrm>
            <a:off x="395693" y="3747300"/>
            <a:ext cx="11987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Web</a:t>
            </a:r>
            <a:r>
              <a:rPr lang="ja-JP" altLang="en-US" sz="1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ブラウザ</a:t>
            </a:r>
            <a:endParaRPr lang="en-US" altLang="ja-JP" sz="1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（</a:t>
            </a:r>
            <a:r>
              <a:rPr kumimoji="1" lang="en-US" altLang="ja-JP" sz="1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Edge</a:t>
            </a:r>
            <a:r>
              <a:rPr kumimoji="1" lang="ja-JP" altLang="en-US" sz="1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）</a:t>
            </a:r>
            <a:endParaRPr kumimoji="1" lang="en-US" altLang="ja-JP" sz="1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85" name="正方形/長方形 2084">
            <a:extLst>
              <a:ext uri="{FF2B5EF4-FFF2-40B4-BE49-F238E27FC236}">
                <a16:creationId xmlns:a16="http://schemas.microsoft.com/office/drawing/2014/main" id="{6E241F78-1455-4AB9-4FEA-BB5B6E72BF7C}"/>
              </a:ext>
            </a:extLst>
          </p:cNvPr>
          <p:cNvSpPr/>
          <p:nvPr/>
        </p:nvSpPr>
        <p:spPr>
          <a:xfrm>
            <a:off x="3184954" y="4382037"/>
            <a:ext cx="2970273" cy="1096918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6507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DE75F-26CE-F0AA-BAC7-8F9492B94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631460F-42C2-2078-FC10-51DC5311AC9E}"/>
              </a:ext>
            </a:extLst>
          </p:cNvPr>
          <p:cNvSpPr/>
          <p:nvPr/>
        </p:nvSpPr>
        <p:spPr>
          <a:xfrm>
            <a:off x="2120091" y="1289373"/>
            <a:ext cx="5347510" cy="4443059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9A073BC-AA8C-0774-E769-92FE3052B6AE}"/>
              </a:ext>
            </a:extLst>
          </p:cNvPr>
          <p:cNvSpPr/>
          <p:nvPr/>
        </p:nvSpPr>
        <p:spPr>
          <a:xfrm>
            <a:off x="2120090" y="1289373"/>
            <a:ext cx="1985745" cy="452394"/>
          </a:xfrm>
          <a:custGeom>
            <a:avLst/>
            <a:gdLst>
              <a:gd name="connsiteX0" fmla="*/ 0 w 1985745"/>
              <a:gd name="connsiteY0" fmla="*/ 0 h 449780"/>
              <a:gd name="connsiteX1" fmla="*/ 1985745 w 1985745"/>
              <a:gd name="connsiteY1" fmla="*/ 0 h 449780"/>
              <a:gd name="connsiteX2" fmla="*/ 1985745 w 1985745"/>
              <a:gd name="connsiteY2" fmla="*/ 449780 h 449780"/>
              <a:gd name="connsiteX3" fmla="*/ 0 w 1985745"/>
              <a:gd name="connsiteY3" fmla="*/ 449780 h 449780"/>
              <a:gd name="connsiteX4" fmla="*/ 0 w 1985745"/>
              <a:gd name="connsiteY4" fmla="*/ 0 h 449780"/>
              <a:gd name="connsiteX0" fmla="*/ 0 w 1985745"/>
              <a:gd name="connsiteY0" fmla="*/ 0 h 458744"/>
              <a:gd name="connsiteX1" fmla="*/ 1985745 w 1985745"/>
              <a:gd name="connsiteY1" fmla="*/ 0 h 458744"/>
              <a:gd name="connsiteX2" fmla="*/ 1725769 w 1985745"/>
              <a:gd name="connsiteY2" fmla="*/ 458744 h 458744"/>
              <a:gd name="connsiteX3" fmla="*/ 0 w 1985745"/>
              <a:gd name="connsiteY3" fmla="*/ 449780 h 458744"/>
              <a:gd name="connsiteX4" fmla="*/ 0 w 1985745"/>
              <a:gd name="connsiteY4" fmla="*/ 0 h 458744"/>
              <a:gd name="connsiteX0" fmla="*/ 0 w 1985745"/>
              <a:gd name="connsiteY0" fmla="*/ 0 h 458744"/>
              <a:gd name="connsiteX1" fmla="*/ 1985745 w 1985745"/>
              <a:gd name="connsiteY1" fmla="*/ 0 h 458744"/>
              <a:gd name="connsiteX2" fmla="*/ 1908985 w 1985745"/>
              <a:gd name="connsiteY2" fmla="*/ 142552 h 458744"/>
              <a:gd name="connsiteX3" fmla="*/ 1725769 w 1985745"/>
              <a:gd name="connsiteY3" fmla="*/ 458744 h 458744"/>
              <a:gd name="connsiteX4" fmla="*/ 0 w 1985745"/>
              <a:gd name="connsiteY4" fmla="*/ 449780 h 458744"/>
              <a:gd name="connsiteX5" fmla="*/ 0 w 1985745"/>
              <a:gd name="connsiteY5" fmla="*/ 0 h 458744"/>
              <a:gd name="connsiteX0" fmla="*/ 0 w 1985745"/>
              <a:gd name="connsiteY0" fmla="*/ 0 h 458744"/>
              <a:gd name="connsiteX1" fmla="*/ 1985745 w 1985745"/>
              <a:gd name="connsiteY1" fmla="*/ 0 h 458744"/>
              <a:gd name="connsiteX2" fmla="*/ 1982010 w 1985745"/>
              <a:gd name="connsiteY2" fmla="*/ 275902 h 458744"/>
              <a:gd name="connsiteX3" fmla="*/ 1725769 w 1985745"/>
              <a:gd name="connsiteY3" fmla="*/ 458744 h 458744"/>
              <a:gd name="connsiteX4" fmla="*/ 0 w 1985745"/>
              <a:gd name="connsiteY4" fmla="*/ 449780 h 458744"/>
              <a:gd name="connsiteX5" fmla="*/ 0 w 1985745"/>
              <a:gd name="connsiteY5" fmla="*/ 0 h 458744"/>
              <a:gd name="connsiteX0" fmla="*/ 0 w 1985745"/>
              <a:gd name="connsiteY0" fmla="*/ 0 h 452394"/>
              <a:gd name="connsiteX1" fmla="*/ 1985745 w 1985745"/>
              <a:gd name="connsiteY1" fmla="*/ 0 h 452394"/>
              <a:gd name="connsiteX2" fmla="*/ 1982010 w 1985745"/>
              <a:gd name="connsiteY2" fmla="*/ 275902 h 452394"/>
              <a:gd name="connsiteX3" fmla="*/ 1833719 w 1985745"/>
              <a:gd name="connsiteY3" fmla="*/ 452394 h 452394"/>
              <a:gd name="connsiteX4" fmla="*/ 0 w 1985745"/>
              <a:gd name="connsiteY4" fmla="*/ 449780 h 452394"/>
              <a:gd name="connsiteX5" fmla="*/ 0 w 1985745"/>
              <a:gd name="connsiteY5" fmla="*/ 0 h 4523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85745" h="452394">
                <a:moveTo>
                  <a:pt x="0" y="0"/>
                </a:moveTo>
                <a:lnTo>
                  <a:pt x="1985745" y="0"/>
                </a:lnTo>
                <a:lnTo>
                  <a:pt x="1982010" y="275902"/>
                </a:lnTo>
                <a:lnTo>
                  <a:pt x="1833719" y="452394"/>
                </a:lnTo>
                <a:lnTo>
                  <a:pt x="0" y="449780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0DEEF16-F27E-1512-E691-79A60AF30B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7101" y="1379045"/>
            <a:ext cx="1771722" cy="273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4930CCA1-C092-2432-6FCB-8F481EFC8280}"/>
              </a:ext>
            </a:extLst>
          </p:cNvPr>
          <p:cNvSpPr/>
          <p:nvPr/>
        </p:nvSpPr>
        <p:spPr>
          <a:xfrm>
            <a:off x="302593" y="1289373"/>
            <a:ext cx="1472419" cy="4443059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052" name="Picture 4" descr="What is Google Compute Engine (GCE)? Get started with functions, features, and pricing in 5 minutes | Cloud Ace Inc.">
            <a:extLst>
              <a:ext uri="{FF2B5EF4-FFF2-40B4-BE49-F238E27FC236}">
                <a16:creationId xmlns:a16="http://schemas.microsoft.com/office/drawing/2014/main" id="{1AECA27F-933D-2626-A1EF-23FF9D747D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4235" y="1975784"/>
            <a:ext cx="1927412" cy="518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4AD19D0-7B14-7A0D-95A3-BD428B3111AF}"/>
              </a:ext>
            </a:extLst>
          </p:cNvPr>
          <p:cNvSpPr/>
          <p:nvPr/>
        </p:nvSpPr>
        <p:spPr>
          <a:xfrm>
            <a:off x="2734236" y="1975785"/>
            <a:ext cx="3881717" cy="3632256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正方形/長方形 4">
            <a:extLst>
              <a:ext uri="{FF2B5EF4-FFF2-40B4-BE49-F238E27FC236}">
                <a16:creationId xmlns:a16="http://schemas.microsoft.com/office/drawing/2014/main" id="{51AC8FE9-C549-7E89-9028-A2D1A32B2A9A}"/>
              </a:ext>
            </a:extLst>
          </p:cNvPr>
          <p:cNvSpPr/>
          <p:nvPr/>
        </p:nvSpPr>
        <p:spPr>
          <a:xfrm>
            <a:off x="2734235" y="1975784"/>
            <a:ext cx="1985745" cy="452394"/>
          </a:xfrm>
          <a:custGeom>
            <a:avLst/>
            <a:gdLst>
              <a:gd name="connsiteX0" fmla="*/ 0 w 1985745"/>
              <a:gd name="connsiteY0" fmla="*/ 0 h 449780"/>
              <a:gd name="connsiteX1" fmla="*/ 1985745 w 1985745"/>
              <a:gd name="connsiteY1" fmla="*/ 0 h 449780"/>
              <a:gd name="connsiteX2" fmla="*/ 1985745 w 1985745"/>
              <a:gd name="connsiteY2" fmla="*/ 449780 h 449780"/>
              <a:gd name="connsiteX3" fmla="*/ 0 w 1985745"/>
              <a:gd name="connsiteY3" fmla="*/ 449780 h 449780"/>
              <a:gd name="connsiteX4" fmla="*/ 0 w 1985745"/>
              <a:gd name="connsiteY4" fmla="*/ 0 h 449780"/>
              <a:gd name="connsiteX0" fmla="*/ 0 w 1985745"/>
              <a:gd name="connsiteY0" fmla="*/ 0 h 458744"/>
              <a:gd name="connsiteX1" fmla="*/ 1985745 w 1985745"/>
              <a:gd name="connsiteY1" fmla="*/ 0 h 458744"/>
              <a:gd name="connsiteX2" fmla="*/ 1725769 w 1985745"/>
              <a:gd name="connsiteY2" fmla="*/ 458744 h 458744"/>
              <a:gd name="connsiteX3" fmla="*/ 0 w 1985745"/>
              <a:gd name="connsiteY3" fmla="*/ 449780 h 458744"/>
              <a:gd name="connsiteX4" fmla="*/ 0 w 1985745"/>
              <a:gd name="connsiteY4" fmla="*/ 0 h 458744"/>
              <a:gd name="connsiteX0" fmla="*/ 0 w 1985745"/>
              <a:gd name="connsiteY0" fmla="*/ 0 h 458744"/>
              <a:gd name="connsiteX1" fmla="*/ 1985745 w 1985745"/>
              <a:gd name="connsiteY1" fmla="*/ 0 h 458744"/>
              <a:gd name="connsiteX2" fmla="*/ 1908985 w 1985745"/>
              <a:gd name="connsiteY2" fmla="*/ 142552 h 458744"/>
              <a:gd name="connsiteX3" fmla="*/ 1725769 w 1985745"/>
              <a:gd name="connsiteY3" fmla="*/ 458744 h 458744"/>
              <a:gd name="connsiteX4" fmla="*/ 0 w 1985745"/>
              <a:gd name="connsiteY4" fmla="*/ 449780 h 458744"/>
              <a:gd name="connsiteX5" fmla="*/ 0 w 1985745"/>
              <a:gd name="connsiteY5" fmla="*/ 0 h 458744"/>
              <a:gd name="connsiteX0" fmla="*/ 0 w 1985745"/>
              <a:gd name="connsiteY0" fmla="*/ 0 h 458744"/>
              <a:gd name="connsiteX1" fmla="*/ 1985745 w 1985745"/>
              <a:gd name="connsiteY1" fmla="*/ 0 h 458744"/>
              <a:gd name="connsiteX2" fmla="*/ 1982010 w 1985745"/>
              <a:gd name="connsiteY2" fmla="*/ 275902 h 458744"/>
              <a:gd name="connsiteX3" fmla="*/ 1725769 w 1985745"/>
              <a:gd name="connsiteY3" fmla="*/ 458744 h 458744"/>
              <a:gd name="connsiteX4" fmla="*/ 0 w 1985745"/>
              <a:gd name="connsiteY4" fmla="*/ 449780 h 458744"/>
              <a:gd name="connsiteX5" fmla="*/ 0 w 1985745"/>
              <a:gd name="connsiteY5" fmla="*/ 0 h 458744"/>
              <a:gd name="connsiteX0" fmla="*/ 0 w 1985745"/>
              <a:gd name="connsiteY0" fmla="*/ 0 h 452394"/>
              <a:gd name="connsiteX1" fmla="*/ 1985745 w 1985745"/>
              <a:gd name="connsiteY1" fmla="*/ 0 h 452394"/>
              <a:gd name="connsiteX2" fmla="*/ 1982010 w 1985745"/>
              <a:gd name="connsiteY2" fmla="*/ 275902 h 452394"/>
              <a:gd name="connsiteX3" fmla="*/ 1833719 w 1985745"/>
              <a:gd name="connsiteY3" fmla="*/ 452394 h 452394"/>
              <a:gd name="connsiteX4" fmla="*/ 0 w 1985745"/>
              <a:gd name="connsiteY4" fmla="*/ 449780 h 452394"/>
              <a:gd name="connsiteX5" fmla="*/ 0 w 1985745"/>
              <a:gd name="connsiteY5" fmla="*/ 0 h 4523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85745" h="452394">
                <a:moveTo>
                  <a:pt x="0" y="0"/>
                </a:moveTo>
                <a:lnTo>
                  <a:pt x="1985745" y="0"/>
                </a:lnTo>
                <a:lnTo>
                  <a:pt x="1982010" y="275902"/>
                </a:lnTo>
                <a:lnTo>
                  <a:pt x="1833719" y="452394"/>
                </a:lnTo>
                <a:lnTo>
                  <a:pt x="0" y="449780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59118C78-5B05-BCA1-D6F0-A52F3D32ED09}"/>
              </a:ext>
            </a:extLst>
          </p:cNvPr>
          <p:cNvSpPr/>
          <p:nvPr/>
        </p:nvSpPr>
        <p:spPr>
          <a:xfrm>
            <a:off x="3160060" y="2662197"/>
            <a:ext cx="2998693" cy="2816758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正方形/長方形 4">
            <a:extLst>
              <a:ext uri="{FF2B5EF4-FFF2-40B4-BE49-F238E27FC236}">
                <a16:creationId xmlns:a16="http://schemas.microsoft.com/office/drawing/2014/main" id="{B816D891-D3CF-BF08-18DF-26291C327FB6}"/>
              </a:ext>
            </a:extLst>
          </p:cNvPr>
          <p:cNvSpPr/>
          <p:nvPr/>
        </p:nvSpPr>
        <p:spPr>
          <a:xfrm>
            <a:off x="3160060" y="2662196"/>
            <a:ext cx="1985745" cy="452394"/>
          </a:xfrm>
          <a:custGeom>
            <a:avLst/>
            <a:gdLst>
              <a:gd name="connsiteX0" fmla="*/ 0 w 1985745"/>
              <a:gd name="connsiteY0" fmla="*/ 0 h 449780"/>
              <a:gd name="connsiteX1" fmla="*/ 1985745 w 1985745"/>
              <a:gd name="connsiteY1" fmla="*/ 0 h 449780"/>
              <a:gd name="connsiteX2" fmla="*/ 1985745 w 1985745"/>
              <a:gd name="connsiteY2" fmla="*/ 449780 h 449780"/>
              <a:gd name="connsiteX3" fmla="*/ 0 w 1985745"/>
              <a:gd name="connsiteY3" fmla="*/ 449780 h 449780"/>
              <a:gd name="connsiteX4" fmla="*/ 0 w 1985745"/>
              <a:gd name="connsiteY4" fmla="*/ 0 h 449780"/>
              <a:gd name="connsiteX0" fmla="*/ 0 w 1985745"/>
              <a:gd name="connsiteY0" fmla="*/ 0 h 458744"/>
              <a:gd name="connsiteX1" fmla="*/ 1985745 w 1985745"/>
              <a:gd name="connsiteY1" fmla="*/ 0 h 458744"/>
              <a:gd name="connsiteX2" fmla="*/ 1725769 w 1985745"/>
              <a:gd name="connsiteY2" fmla="*/ 458744 h 458744"/>
              <a:gd name="connsiteX3" fmla="*/ 0 w 1985745"/>
              <a:gd name="connsiteY3" fmla="*/ 449780 h 458744"/>
              <a:gd name="connsiteX4" fmla="*/ 0 w 1985745"/>
              <a:gd name="connsiteY4" fmla="*/ 0 h 458744"/>
              <a:gd name="connsiteX0" fmla="*/ 0 w 1985745"/>
              <a:gd name="connsiteY0" fmla="*/ 0 h 458744"/>
              <a:gd name="connsiteX1" fmla="*/ 1985745 w 1985745"/>
              <a:gd name="connsiteY1" fmla="*/ 0 h 458744"/>
              <a:gd name="connsiteX2" fmla="*/ 1908985 w 1985745"/>
              <a:gd name="connsiteY2" fmla="*/ 142552 h 458744"/>
              <a:gd name="connsiteX3" fmla="*/ 1725769 w 1985745"/>
              <a:gd name="connsiteY3" fmla="*/ 458744 h 458744"/>
              <a:gd name="connsiteX4" fmla="*/ 0 w 1985745"/>
              <a:gd name="connsiteY4" fmla="*/ 449780 h 458744"/>
              <a:gd name="connsiteX5" fmla="*/ 0 w 1985745"/>
              <a:gd name="connsiteY5" fmla="*/ 0 h 458744"/>
              <a:gd name="connsiteX0" fmla="*/ 0 w 1985745"/>
              <a:gd name="connsiteY0" fmla="*/ 0 h 458744"/>
              <a:gd name="connsiteX1" fmla="*/ 1985745 w 1985745"/>
              <a:gd name="connsiteY1" fmla="*/ 0 h 458744"/>
              <a:gd name="connsiteX2" fmla="*/ 1982010 w 1985745"/>
              <a:gd name="connsiteY2" fmla="*/ 275902 h 458744"/>
              <a:gd name="connsiteX3" fmla="*/ 1725769 w 1985745"/>
              <a:gd name="connsiteY3" fmla="*/ 458744 h 458744"/>
              <a:gd name="connsiteX4" fmla="*/ 0 w 1985745"/>
              <a:gd name="connsiteY4" fmla="*/ 449780 h 458744"/>
              <a:gd name="connsiteX5" fmla="*/ 0 w 1985745"/>
              <a:gd name="connsiteY5" fmla="*/ 0 h 458744"/>
              <a:gd name="connsiteX0" fmla="*/ 0 w 1985745"/>
              <a:gd name="connsiteY0" fmla="*/ 0 h 452394"/>
              <a:gd name="connsiteX1" fmla="*/ 1985745 w 1985745"/>
              <a:gd name="connsiteY1" fmla="*/ 0 h 452394"/>
              <a:gd name="connsiteX2" fmla="*/ 1982010 w 1985745"/>
              <a:gd name="connsiteY2" fmla="*/ 275902 h 452394"/>
              <a:gd name="connsiteX3" fmla="*/ 1833719 w 1985745"/>
              <a:gd name="connsiteY3" fmla="*/ 452394 h 452394"/>
              <a:gd name="connsiteX4" fmla="*/ 0 w 1985745"/>
              <a:gd name="connsiteY4" fmla="*/ 449780 h 452394"/>
              <a:gd name="connsiteX5" fmla="*/ 0 w 1985745"/>
              <a:gd name="connsiteY5" fmla="*/ 0 h 4523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85745" h="452394">
                <a:moveTo>
                  <a:pt x="0" y="0"/>
                </a:moveTo>
                <a:lnTo>
                  <a:pt x="1985745" y="0"/>
                </a:lnTo>
                <a:lnTo>
                  <a:pt x="1982010" y="275902"/>
                </a:lnTo>
                <a:lnTo>
                  <a:pt x="1833719" y="452394"/>
                </a:lnTo>
                <a:lnTo>
                  <a:pt x="0" y="449780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054" name="Picture 6" descr="9 Personal Docker Compose Tips | Future Technology Blog">
            <a:extLst>
              <a:ext uri="{FF2B5EF4-FFF2-40B4-BE49-F238E27FC236}">
                <a16:creationId xmlns:a16="http://schemas.microsoft.com/office/drawing/2014/main" id="{BB969FC1-FF59-00B8-4F27-EF25BAD35D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4954" y="2684935"/>
            <a:ext cx="839359" cy="402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nginx-logo-1 – PNG and Vector - Logo Download">
            <a:extLst>
              <a:ext uri="{FF2B5EF4-FFF2-40B4-BE49-F238E27FC236}">
                <a16:creationId xmlns:a16="http://schemas.microsoft.com/office/drawing/2014/main" id="{9B967E37-A0C9-4698-48F1-A55146EE62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5454" y="3294369"/>
            <a:ext cx="398357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Oauth2 Proxy Icon | Dashboard Icons">
            <a:extLst>
              <a:ext uri="{FF2B5EF4-FFF2-40B4-BE49-F238E27FC236}">
                <a16:creationId xmlns:a16="http://schemas.microsoft.com/office/drawing/2014/main" id="{28C647D9-A9B7-4473-BFB0-B63E739001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3745" y="3786348"/>
            <a:ext cx="514263" cy="514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D575D8B9-0A5C-161F-40E1-CBC061C40D23}"/>
              </a:ext>
            </a:extLst>
          </p:cNvPr>
          <p:cNvSpPr/>
          <p:nvPr/>
        </p:nvSpPr>
        <p:spPr>
          <a:xfrm>
            <a:off x="7812680" y="1289374"/>
            <a:ext cx="3807820" cy="1079014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正方形/長方形 4">
            <a:extLst>
              <a:ext uri="{FF2B5EF4-FFF2-40B4-BE49-F238E27FC236}">
                <a16:creationId xmlns:a16="http://schemas.microsoft.com/office/drawing/2014/main" id="{41D3684C-FC64-E4D3-A881-E2DEFF4018DE}"/>
              </a:ext>
            </a:extLst>
          </p:cNvPr>
          <p:cNvSpPr/>
          <p:nvPr/>
        </p:nvSpPr>
        <p:spPr>
          <a:xfrm>
            <a:off x="7812679" y="1289373"/>
            <a:ext cx="1985745" cy="452394"/>
          </a:xfrm>
          <a:custGeom>
            <a:avLst/>
            <a:gdLst>
              <a:gd name="connsiteX0" fmla="*/ 0 w 1985745"/>
              <a:gd name="connsiteY0" fmla="*/ 0 h 449780"/>
              <a:gd name="connsiteX1" fmla="*/ 1985745 w 1985745"/>
              <a:gd name="connsiteY1" fmla="*/ 0 h 449780"/>
              <a:gd name="connsiteX2" fmla="*/ 1985745 w 1985745"/>
              <a:gd name="connsiteY2" fmla="*/ 449780 h 449780"/>
              <a:gd name="connsiteX3" fmla="*/ 0 w 1985745"/>
              <a:gd name="connsiteY3" fmla="*/ 449780 h 449780"/>
              <a:gd name="connsiteX4" fmla="*/ 0 w 1985745"/>
              <a:gd name="connsiteY4" fmla="*/ 0 h 449780"/>
              <a:gd name="connsiteX0" fmla="*/ 0 w 1985745"/>
              <a:gd name="connsiteY0" fmla="*/ 0 h 458744"/>
              <a:gd name="connsiteX1" fmla="*/ 1985745 w 1985745"/>
              <a:gd name="connsiteY1" fmla="*/ 0 h 458744"/>
              <a:gd name="connsiteX2" fmla="*/ 1725769 w 1985745"/>
              <a:gd name="connsiteY2" fmla="*/ 458744 h 458744"/>
              <a:gd name="connsiteX3" fmla="*/ 0 w 1985745"/>
              <a:gd name="connsiteY3" fmla="*/ 449780 h 458744"/>
              <a:gd name="connsiteX4" fmla="*/ 0 w 1985745"/>
              <a:gd name="connsiteY4" fmla="*/ 0 h 458744"/>
              <a:gd name="connsiteX0" fmla="*/ 0 w 1985745"/>
              <a:gd name="connsiteY0" fmla="*/ 0 h 458744"/>
              <a:gd name="connsiteX1" fmla="*/ 1985745 w 1985745"/>
              <a:gd name="connsiteY1" fmla="*/ 0 h 458744"/>
              <a:gd name="connsiteX2" fmla="*/ 1908985 w 1985745"/>
              <a:gd name="connsiteY2" fmla="*/ 142552 h 458744"/>
              <a:gd name="connsiteX3" fmla="*/ 1725769 w 1985745"/>
              <a:gd name="connsiteY3" fmla="*/ 458744 h 458744"/>
              <a:gd name="connsiteX4" fmla="*/ 0 w 1985745"/>
              <a:gd name="connsiteY4" fmla="*/ 449780 h 458744"/>
              <a:gd name="connsiteX5" fmla="*/ 0 w 1985745"/>
              <a:gd name="connsiteY5" fmla="*/ 0 h 458744"/>
              <a:gd name="connsiteX0" fmla="*/ 0 w 1985745"/>
              <a:gd name="connsiteY0" fmla="*/ 0 h 458744"/>
              <a:gd name="connsiteX1" fmla="*/ 1985745 w 1985745"/>
              <a:gd name="connsiteY1" fmla="*/ 0 h 458744"/>
              <a:gd name="connsiteX2" fmla="*/ 1982010 w 1985745"/>
              <a:gd name="connsiteY2" fmla="*/ 275902 h 458744"/>
              <a:gd name="connsiteX3" fmla="*/ 1725769 w 1985745"/>
              <a:gd name="connsiteY3" fmla="*/ 458744 h 458744"/>
              <a:gd name="connsiteX4" fmla="*/ 0 w 1985745"/>
              <a:gd name="connsiteY4" fmla="*/ 449780 h 458744"/>
              <a:gd name="connsiteX5" fmla="*/ 0 w 1985745"/>
              <a:gd name="connsiteY5" fmla="*/ 0 h 458744"/>
              <a:gd name="connsiteX0" fmla="*/ 0 w 1985745"/>
              <a:gd name="connsiteY0" fmla="*/ 0 h 452394"/>
              <a:gd name="connsiteX1" fmla="*/ 1985745 w 1985745"/>
              <a:gd name="connsiteY1" fmla="*/ 0 h 452394"/>
              <a:gd name="connsiteX2" fmla="*/ 1982010 w 1985745"/>
              <a:gd name="connsiteY2" fmla="*/ 275902 h 452394"/>
              <a:gd name="connsiteX3" fmla="*/ 1833719 w 1985745"/>
              <a:gd name="connsiteY3" fmla="*/ 452394 h 452394"/>
              <a:gd name="connsiteX4" fmla="*/ 0 w 1985745"/>
              <a:gd name="connsiteY4" fmla="*/ 449780 h 452394"/>
              <a:gd name="connsiteX5" fmla="*/ 0 w 1985745"/>
              <a:gd name="connsiteY5" fmla="*/ 0 h 4523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85745" h="452394">
                <a:moveTo>
                  <a:pt x="0" y="0"/>
                </a:moveTo>
                <a:lnTo>
                  <a:pt x="1985745" y="0"/>
                </a:lnTo>
                <a:lnTo>
                  <a:pt x="1982010" y="275902"/>
                </a:lnTo>
                <a:lnTo>
                  <a:pt x="1833719" y="452394"/>
                </a:lnTo>
                <a:lnTo>
                  <a:pt x="0" y="449780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正方形/長方形 4">
            <a:extLst>
              <a:ext uri="{FF2B5EF4-FFF2-40B4-BE49-F238E27FC236}">
                <a16:creationId xmlns:a16="http://schemas.microsoft.com/office/drawing/2014/main" id="{7B28AE7D-946E-82A6-F747-2BC562CA53EB}"/>
              </a:ext>
            </a:extLst>
          </p:cNvPr>
          <p:cNvSpPr/>
          <p:nvPr/>
        </p:nvSpPr>
        <p:spPr>
          <a:xfrm>
            <a:off x="7812678" y="2506250"/>
            <a:ext cx="1985745" cy="452394"/>
          </a:xfrm>
          <a:custGeom>
            <a:avLst/>
            <a:gdLst>
              <a:gd name="connsiteX0" fmla="*/ 0 w 1985745"/>
              <a:gd name="connsiteY0" fmla="*/ 0 h 449780"/>
              <a:gd name="connsiteX1" fmla="*/ 1985745 w 1985745"/>
              <a:gd name="connsiteY1" fmla="*/ 0 h 449780"/>
              <a:gd name="connsiteX2" fmla="*/ 1985745 w 1985745"/>
              <a:gd name="connsiteY2" fmla="*/ 449780 h 449780"/>
              <a:gd name="connsiteX3" fmla="*/ 0 w 1985745"/>
              <a:gd name="connsiteY3" fmla="*/ 449780 h 449780"/>
              <a:gd name="connsiteX4" fmla="*/ 0 w 1985745"/>
              <a:gd name="connsiteY4" fmla="*/ 0 h 449780"/>
              <a:gd name="connsiteX0" fmla="*/ 0 w 1985745"/>
              <a:gd name="connsiteY0" fmla="*/ 0 h 458744"/>
              <a:gd name="connsiteX1" fmla="*/ 1985745 w 1985745"/>
              <a:gd name="connsiteY1" fmla="*/ 0 h 458744"/>
              <a:gd name="connsiteX2" fmla="*/ 1725769 w 1985745"/>
              <a:gd name="connsiteY2" fmla="*/ 458744 h 458744"/>
              <a:gd name="connsiteX3" fmla="*/ 0 w 1985745"/>
              <a:gd name="connsiteY3" fmla="*/ 449780 h 458744"/>
              <a:gd name="connsiteX4" fmla="*/ 0 w 1985745"/>
              <a:gd name="connsiteY4" fmla="*/ 0 h 458744"/>
              <a:gd name="connsiteX0" fmla="*/ 0 w 1985745"/>
              <a:gd name="connsiteY0" fmla="*/ 0 h 458744"/>
              <a:gd name="connsiteX1" fmla="*/ 1985745 w 1985745"/>
              <a:gd name="connsiteY1" fmla="*/ 0 h 458744"/>
              <a:gd name="connsiteX2" fmla="*/ 1908985 w 1985745"/>
              <a:gd name="connsiteY2" fmla="*/ 142552 h 458744"/>
              <a:gd name="connsiteX3" fmla="*/ 1725769 w 1985745"/>
              <a:gd name="connsiteY3" fmla="*/ 458744 h 458744"/>
              <a:gd name="connsiteX4" fmla="*/ 0 w 1985745"/>
              <a:gd name="connsiteY4" fmla="*/ 449780 h 458744"/>
              <a:gd name="connsiteX5" fmla="*/ 0 w 1985745"/>
              <a:gd name="connsiteY5" fmla="*/ 0 h 458744"/>
              <a:gd name="connsiteX0" fmla="*/ 0 w 1985745"/>
              <a:gd name="connsiteY0" fmla="*/ 0 h 458744"/>
              <a:gd name="connsiteX1" fmla="*/ 1985745 w 1985745"/>
              <a:gd name="connsiteY1" fmla="*/ 0 h 458744"/>
              <a:gd name="connsiteX2" fmla="*/ 1982010 w 1985745"/>
              <a:gd name="connsiteY2" fmla="*/ 275902 h 458744"/>
              <a:gd name="connsiteX3" fmla="*/ 1725769 w 1985745"/>
              <a:gd name="connsiteY3" fmla="*/ 458744 h 458744"/>
              <a:gd name="connsiteX4" fmla="*/ 0 w 1985745"/>
              <a:gd name="connsiteY4" fmla="*/ 449780 h 458744"/>
              <a:gd name="connsiteX5" fmla="*/ 0 w 1985745"/>
              <a:gd name="connsiteY5" fmla="*/ 0 h 458744"/>
              <a:gd name="connsiteX0" fmla="*/ 0 w 1985745"/>
              <a:gd name="connsiteY0" fmla="*/ 0 h 452394"/>
              <a:gd name="connsiteX1" fmla="*/ 1985745 w 1985745"/>
              <a:gd name="connsiteY1" fmla="*/ 0 h 452394"/>
              <a:gd name="connsiteX2" fmla="*/ 1982010 w 1985745"/>
              <a:gd name="connsiteY2" fmla="*/ 275902 h 452394"/>
              <a:gd name="connsiteX3" fmla="*/ 1833719 w 1985745"/>
              <a:gd name="connsiteY3" fmla="*/ 452394 h 452394"/>
              <a:gd name="connsiteX4" fmla="*/ 0 w 1985745"/>
              <a:gd name="connsiteY4" fmla="*/ 449780 h 452394"/>
              <a:gd name="connsiteX5" fmla="*/ 0 w 1985745"/>
              <a:gd name="connsiteY5" fmla="*/ 0 h 4523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85745" h="452394">
                <a:moveTo>
                  <a:pt x="0" y="0"/>
                </a:moveTo>
                <a:lnTo>
                  <a:pt x="1985745" y="0"/>
                </a:lnTo>
                <a:lnTo>
                  <a:pt x="1982010" y="275902"/>
                </a:lnTo>
                <a:lnTo>
                  <a:pt x="1833719" y="452394"/>
                </a:lnTo>
                <a:lnTo>
                  <a:pt x="0" y="449780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064" name="Picture 16" descr="AWS Logo Free Download SVG, PNG, Vector Icons · LobeHub">
            <a:extLst>
              <a:ext uri="{FF2B5EF4-FFF2-40B4-BE49-F238E27FC236}">
                <a16:creationId xmlns:a16="http://schemas.microsoft.com/office/drawing/2014/main" id="{A8DB4FD2-E892-2124-5C53-69E3881D20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7417" y="1249959"/>
            <a:ext cx="531222" cy="531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9A75F55E-EEF9-9BEA-3D20-058C2AE001E4}"/>
              </a:ext>
            </a:extLst>
          </p:cNvPr>
          <p:cNvSpPr/>
          <p:nvPr/>
        </p:nvSpPr>
        <p:spPr>
          <a:xfrm>
            <a:off x="7812679" y="2508989"/>
            <a:ext cx="3807820" cy="635831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正方形/長方形 4">
            <a:extLst>
              <a:ext uri="{FF2B5EF4-FFF2-40B4-BE49-F238E27FC236}">
                <a16:creationId xmlns:a16="http://schemas.microsoft.com/office/drawing/2014/main" id="{253F2511-625A-FF3F-AAB0-8B2922AD04D4}"/>
              </a:ext>
            </a:extLst>
          </p:cNvPr>
          <p:cNvSpPr/>
          <p:nvPr/>
        </p:nvSpPr>
        <p:spPr>
          <a:xfrm>
            <a:off x="7812677" y="3282682"/>
            <a:ext cx="1985745" cy="452394"/>
          </a:xfrm>
          <a:custGeom>
            <a:avLst/>
            <a:gdLst>
              <a:gd name="connsiteX0" fmla="*/ 0 w 1985745"/>
              <a:gd name="connsiteY0" fmla="*/ 0 h 449780"/>
              <a:gd name="connsiteX1" fmla="*/ 1985745 w 1985745"/>
              <a:gd name="connsiteY1" fmla="*/ 0 h 449780"/>
              <a:gd name="connsiteX2" fmla="*/ 1985745 w 1985745"/>
              <a:gd name="connsiteY2" fmla="*/ 449780 h 449780"/>
              <a:gd name="connsiteX3" fmla="*/ 0 w 1985745"/>
              <a:gd name="connsiteY3" fmla="*/ 449780 h 449780"/>
              <a:gd name="connsiteX4" fmla="*/ 0 w 1985745"/>
              <a:gd name="connsiteY4" fmla="*/ 0 h 449780"/>
              <a:gd name="connsiteX0" fmla="*/ 0 w 1985745"/>
              <a:gd name="connsiteY0" fmla="*/ 0 h 458744"/>
              <a:gd name="connsiteX1" fmla="*/ 1985745 w 1985745"/>
              <a:gd name="connsiteY1" fmla="*/ 0 h 458744"/>
              <a:gd name="connsiteX2" fmla="*/ 1725769 w 1985745"/>
              <a:gd name="connsiteY2" fmla="*/ 458744 h 458744"/>
              <a:gd name="connsiteX3" fmla="*/ 0 w 1985745"/>
              <a:gd name="connsiteY3" fmla="*/ 449780 h 458744"/>
              <a:gd name="connsiteX4" fmla="*/ 0 w 1985745"/>
              <a:gd name="connsiteY4" fmla="*/ 0 h 458744"/>
              <a:gd name="connsiteX0" fmla="*/ 0 w 1985745"/>
              <a:gd name="connsiteY0" fmla="*/ 0 h 458744"/>
              <a:gd name="connsiteX1" fmla="*/ 1985745 w 1985745"/>
              <a:gd name="connsiteY1" fmla="*/ 0 h 458744"/>
              <a:gd name="connsiteX2" fmla="*/ 1908985 w 1985745"/>
              <a:gd name="connsiteY2" fmla="*/ 142552 h 458744"/>
              <a:gd name="connsiteX3" fmla="*/ 1725769 w 1985745"/>
              <a:gd name="connsiteY3" fmla="*/ 458744 h 458744"/>
              <a:gd name="connsiteX4" fmla="*/ 0 w 1985745"/>
              <a:gd name="connsiteY4" fmla="*/ 449780 h 458744"/>
              <a:gd name="connsiteX5" fmla="*/ 0 w 1985745"/>
              <a:gd name="connsiteY5" fmla="*/ 0 h 458744"/>
              <a:gd name="connsiteX0" fmla="*/ 0 w 1985745"/>
              <a:gd name="connsiteY0" fmla="*/ 0 h 458744"/>
              <a:gd name="connsiteX1" fmla="*/ 1985745 w 1985745"/>
              <a:gd name="connsiteY1" fmla="*/ 0 h 458744"/>
              <a:gd name="connsiteX2" fmla="*/ 1982010 w 1985745"/>
              <a:gd name="connsiteY2" fmla="*/ 275902 h 458744"/>
              <a:gd name="connsiteX3" fmla="*/ 1725769 w 1985745"/>
              <a:gd name="connsiteY3" fmla="*/ 458744 h 458744"/>
              <a:gd name="connsiteX4" fmla="*/ 0 w 1985745"/>
              <a:gd name="connsiteY4" fmla="*/ 449780 h 458744"/>
              <a:gd name="connsiteX5" fmla="*/ 0 w 1985745"/>
              <a:gd name="connsiteY5" fmla="*/ 0 h 458744"/>
              <a:gd name="connsiteX0" fmla="*/ 0 w 1985745"/>
              <a:gd name="connsiteY0" fmla="*/ 0 h 452394"/>
              <a:gd name="connsiteX1" fmla="*/ 1985745 w 1985745"/>
              <a:gd name="connsiteY1" fmla="*/ 0 h 452394"/>
              <a:gd name="connsiteX2" fmla="*/ 1982010 w 1985745"/>
              <a:gd name="connsiteY2" fmla="*/ 275902 h 452394"/>
              <a:gd name="connsiteX3" fmla="*/ 1833719 w 1985745"/>
              <a:gd name="connsiteY3" fmla="*/ 452394 h 452394"/>
              <a:gd name="connsiteX4" fmla="*/ 0 w 1985745"/>
              <a:gd name="connsiteY4" fmla="*/ 449780 h 452394"/>
              <a:gd name="connsiteX5" fmla="*/ 0 w 1985745"/>
              <a:gd name="connsiteY5" fmla="*/ 0 h 4523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85745" h="452394">
                <a:moveTo>
                  <a:pt x="0" y="0"/>
                </a:moveTo>
                <a:lnTo>
                  <a:pt x="1985745" y="0"/>
                </a:lnTo>
                <a:lnTo>
                  <a:pt x="1982010" y="275902"/>
                </a:lnTo>
                <a:lnTo>
                  <a:pt x="1833719" y="452394"/>
                </a:lnTo>
                <a:lnTo>
                  <a:pt x="0" y="449780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CF72775E-E8FE-659B-A8EA-AEEBB0523218}"/>
              </a:ext>
            </a:extLst>
          </p:cNvPr>
          <p:cNvSpPr/>
          <p:nvPr/>
        </p:nvSpPr>
        <p:spPr>
          <a:xfrm>
            <a:off x="7812678" y="3285420"/>
            <a:ext cx="3807820" cy="2447011"/>
          </a:xfrm>
          <a:prstGeom prst="rect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066" name="Picture 18" descr="Let's Encrypt の Please choose an account 問題 | Linxexpert">
            <a:extLst>
              <a:ext uri="{FF2B5EF4-FFF2-40B4-BE49-F238E27FC236}">
                <a16:creationId xmlns:a16="http://schemas.microsoft.com/office/drawing/2014/main" id="{6B61FBB2-5A4C-C9DE-A620-496568E28D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677" y="2494780"/>
            <a:ext cx="641041" cy="528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8" name="Picture 20">
            <a:extLst>
              <a:ext uri="{FF2B5EF4-FFF2-40B4-BE49-F238E27FC236}">
                <a16:creationId xmlns:a16="http://schemas.microsoft.com/office/drawing/2014/main" id="{0F817C2C-5FBB-9F9A-1E73-35234314AC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6731" y="3355332"/>
            <a:ext cx="1063815" cy="307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0" name="Picture 22" descr="Use AWS Route 53 to display web pages on your own domain - Avinton New Zealand">
            <a:extLst>
              <a:ext uri="{FF2B5EF4-FFF2-40B4-BE49-F238E27FC236}">
                <a16:creationId xmlns:a16="http://schemas.microsoft.com/office/drawing/2014/main" id="{097E4635-EF3A-5666-484E-42AE6309C0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5264" y="1753237"/>
            <a:ext cx="531222" cy="531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2" name="Picture 24" descr="BUSINESS - Cloud Design&amp;Solution合同会社">
            <a:extLst>
              <a:ext uri="{FF2B5EF4-FFF2-40B4-BE49-F238E27FC236}">
                <a16:creationId xmlns:a16="http://schemas.microsoft.com/office/drawing/2014/main" id="{92BDFEDD-1A24-F0BD-B7C2-BFD00ECDF0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1746" y="3819048"/>
            <a:ext cx="1491558" cy="482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正方形/長方形 4">
            <a:extLst>
              <a:ext uri="{FF2B5EF4-FFF2-40B4-BE49-F238E27FC236}">
                <a16:creationId xmlns:a16="http://schemas.microsoft.com/office/drawing/2014/main" id="{806426B6-4EA5-16A7-CB13-F5F828A56661}"/>
              </a:ext>
            </a:extLst>
          </p:cNvPr>
          <p:cNvSpPr/>
          <p:nvPr/>
        </p:nvSpPr>
        <p:spPr>
          <a:xfrm>
            <a:off x="297984" y="1289373"/>
            <a:ext cx="984686" cy="454775"/>
          </a:xfrm>
          <a:custGeom>
            <a:avLst/>
            <a:gdLst>
              <a:gd name="connsiteX0" fmla="*/ 0 w 1985745"/>
              <a:gd name="connsiteY0" fmla="*/ 0 h 449780"/>
              <a:gd name="connsiteX1" fmla="*/ 1985745 w 1985745"/>
              <a:gd name="connsiteY1" fmla="*/ 0 h 449780"/>
              <a:gd name="connsiteX2" fmla="*/ 1985745 w 1985745"/>
              <a:gd name="connsiteY2" fmla="*/ 449780 h 449780"/>
              <a:gd name="connsiteX3" fmla="*/ 0 w 1985745"/>
              <a:gd name="connsiteY3" fmla="*/ 449780 h 449780"/>
              <a:gd name="connsiteX4" fmla="*/ 0 w 1985745"/>
              <a:gd name="connsiteY4" fmla="*/ 0 h 449780"/>
              <a:gd name="connsiteX0" fmla="*/ 0 w 1985745"/>
              <a:gd name="connsiteY0" fmla="*/ 0 h 458744"/>
              <a:gd name="connsiteX1" fmla="*/ 1985745 w 1985745"/>
              <a:gd name="connsiteY1" fmla="*/ 0 h 458744"/>
              <a:gd name="connsiteX2" fmla="*/ 1725769 w 1985745"/>
              <a:gd name="connsiteY2" fmla="*/ 458744 h 458744"/>
              <a:gd name="connsiteX3" fmla="*/ 0 w 1985745"/>
              <a:gd name="connsiteY3" fmla="*/ 449780 h 458744"/>
              <a:gd name="connsiteX4" fmla="*/ 0 w 1985745"/>
              <a:gd name="connsiteY4" fmla="*/ 0 h 458744"/>
              <a:gd name="connsiteX0" fmla="*/ 0 w 1985745"/>
              <a:gd name="connsiteY0" fmla="*/ 0 h 458744"/>
              <a:gd name="connsiteX1" fmla="*/ 1985745 w 1985745"/>
              <a:gd name="connsiteY1" fmla="*/ 0 h 458744"/>
              <a:gd name="connsiteX2" fmla="*/ 1908985 w 1985745"/>
              <a:gd name="connsiteY2" fmla="*/ 142552 h 458744"/>
              <a:gd name="connsiteX3" fmla="*/ 1725769 w 1985745"/>
              <a:gd name="connsiteY3" fmla="*/ 458744 h 458744"/>
              <a:gd name="connsiteX4" fmla="*/ 0 w 1985745"/>
              <a:gd name="connsiteY4" fmla="*/ 449780 h 458744"/>
              <a:gd name="connsiteX5" fmla="*/ 0 w 1985745"/>
              <a:gd name="connsiteY5" fmla="*/ 0 h 458744"/>
              <a:gd name="connsiteX0" fmla="*/ 0 w 1985745"/>
              <a:gd name="connsiteY0" fmla="*/ 0 h 458744"/>
              <a:gd name="connsiteX1" fmla="*/ 1985745 w 1985745"/>
              <a:gd name="connsiteY1" fmla="*/ 0 h 458744"/>
              <a:gd name="connsiteX2" fmla="*/ 1982010 w 1985745"/>
              <a:gd name="connsiteY2" fmla="*/ 275902 h 458744"/>
              <a:gd name="connsiteX3" fmla="*/ 1725769 w 1985745"/>
              <a:gd name="connsiteY3" fmla="*/ 458744 h 458744"/>
              <a:gd name="connsiteX4" fmla="*/ 0 w 1985745"/>
              <a:gd name="connsiteY4" fmla="*/ 449780 h 458744"/>
              <a:gd name="connsiteX5" fmla="*/ 0 w 1985745"/>
              <a:gd name="connsiteY5" fmla="*/ 0 h 458744"/>
              <a:gd name="connsiteX0" fmla="*/ 0 w 1985745"/>
              <a:gd name="connsiteY0" fmla="*/ 0 h 452394"/>
              <a:gd name="connsiteX1" fmla="*/ 1985745 w 1985745"/>
              <a:gd name="connsiteY1" fmla="*/ 0 h 452394"/>
              <a:gd name="connsiteX2" fmla="*/ 1982010 w 1985745"/>
              <a:gd name="connsiteY2" fmla="*/ 275902 h 452394"/>
              <a:gd name="connsiteX3" fmla="*/ 1833719 w 1985745"/>
              <a:gd name="connsiteY3" fmla="*/ 452394 h 452394"/>
              <a:gd name="connsiteX4" fmla="*/ 0 w 1985745"/>
              <a:gd name="connsiteY4" fmla="*/ 449780 h 452394"/>
              <a:gd name="connsiteX5" fmla="*/ 0 w 1985745"/>
              <a:gd name="connsiteY5" fmla="*/ 0 h 452394"/>
              <a:gd name="connsiteX0" fmla="*/ 0 w 1985745"/>
              <a:gd name="connsiteY0" fmla="*/ 0 h 454775"/>
              <a:gd name="connsiteX1" fmla="*/ 1985745 w 1985745"/>
              <a:gd name="connsiteY1" fmla="*/ 0 h 454775"/>
              <a:gd name="connsiteX2" fmla="*/ 1982010 w 1985745"/>
              <a:gd name="connsiteY2" fmla="*/ 275902 h 454775"/>
              <a:gd name="connsiteX3" fmla="*/ 1665646 w 1985745"/>
              <a:gd name="connsiteY3" fmla="*/ 454775 h 454775"/>
              <a:gd name="connsiteX4" fmla="*/ 0 w 1985745"/>
              <a:gd name="connsiteY4" fmla="*/ 449780 h 454775"/>
              <a:gd name="connsiteX5" fmla="*/ 0 w 1985745"/>
              <a:gd name="connsiteY5" fmla="*/ 0 h 454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85745" h="454775">
                <a:moveTo>
                  <a:pt x="0" y="0"/>
                </a:moveTo>
                <a:lnTo>
                  <a:pt x="1985745" y="0"/>
                </a:lnTo>
                <a:lnTo>
                  <a:pt x="1982010" y="275902"/>
                </a:lnTo>
                <a:lnTo>
                  <a:pt x="1665646" y="454775"/>
                </a:lnTo>
                <a:lnTo>
                  <a:pt x="0" y="449780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074" name="Picture 26" descr="PC (laptop)&quot; icon illustration free material (commercial acceptable)">
            <a:extLst>
              <a:ext uri="{FF2B5EF4-FFF2-40B4-BE49-F238E27FC236}">
                <a16:creationId xmlns:a16="http://schemas.microsoft.com/office/drawing/2014/main" id="{5C2F099E-A5FF-51F3-134E-65218BA22E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725" y="1260176"/>
            <a:ext cx="481591" cy="481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4217EBAF-C704-28DC-384A-58A2A0E21DA8}"/>
              </a:ext>
            </a:extLst>
          </p:cNvPr>
          <p:cNvSpPr txBox="1"/>
          <p:nvPr/>
        </p:nvSpPr>
        <p:spPr>
          <a:xfrm>
            <a:off x="714139" y="1330904"/>
            <a:ext cx="494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ja-JP">
                <a:latin typeface="Meiryo UI" panose="020B0604030504040204" pitchFamily="50" charset="-128"/>
                <a:ea typeface="Meiryo UI" panose="020B0604030504040204" pitchFamily="50" charset="-128"/>
              </a:rPr>
              <a:t>PC</a:t>
            </a:r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076" name="Picture 28">
            <a:extLst>
              <a:ext uri="{FF2B5EF4-FFF2-40B4-BE49-F238E27FC236}">
                <a16:creationId xmlns:a16="http://schemas.microsoft.com/office/drawing/2014/main" id="{15EB3FA1-494B-9358-BDCF-AD0EF25202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184" y="3299676"/>
            <a:ext cx="446585" cy="446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8" name="Picture 30" descr="Web server - Free networking icons">
            <a:extLst>
              <a:ext uri="{FF2B5EF4-FFF2-40B4-BE49-F238E27FC236}">
                <a16:creationId xmlns:a16="http://schemas.microsoft.com/office/drawing/2014/main" id="{BA508DB0-045D-2889-9332-86F7320D04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6611" y="4433211"/>
            <a:ext cx="514263" cy="514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2AFA571E-8504-BEB9-D976-0AAC480E0102}"/>
              </a:ext>
            </a:extLst>
          </p:cNvPr>
          <p:cNvCxnSpPr>
            <a:stCxn id="2076" idx="3"/>
            <a:endCxn id="2060" idx="1"/>
          </p:cNvCxnSpPr>
          <p:nvPr/>
        </p:nvCxnSpPr>
        <p:spPr>
          <a:xfrm>
            <a:off x="1081769" y="3522969"/>
            <a:ext cx="2323685" cy="0"/>
          </a:xfrm>
          <a:prstGeom prst="straightConnector1">
            <a:avLst/>
          </a:prstGeom>
          <a:ln w="57150">
            <a:solidFill>
              <a:srgbClr val="0000FF">
                <a:alpha val="30196"/>
              </a:srgb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線矢印コネクタ 37">
            <a:extLst>
              <a:ext uri="{FF2B5EF4-FFF2-40B4-BE49-F238E27FC236}">
                <a16:creationId xmlns:a16="http://schemas.microsoft.com/office/drawing/2014/main" id="{F7B395B5-9A2F-1993-ADE9-DFB3DF915FBF}"/>
              </a:ext>
            </a:extLst>
          </p:cNvPr>
          <p:cNvCxnSpPr>
            <a:cxnSpLocks/>
            <a:stCxn id="2060" idx="3"/>
            <a:endCxn id="2062" idx="1"/>
          </p:cNvCxnSpPr>
          <p:nvPr/>
        </p:nvCxnSpPr>
        <p:spPr>
          <a:xfrm>
            <a:off x="3803811" y="3522969"/>
            <a:ext cx="1359934" cy="520511"/>
          </a:xfrm>
          <a:prstGeom prst="straightConnector1">
            <a:avLst/>
          </a:prstGeom>
          <a:ln w="57150">
            <a:solidFill>
              <a:srgbClr val="0000FF">
                <a:alpha val="30196"/>
              </a:srgb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直線矢印コネクタ 42">
            <a:extLst>
              <a:ext uri="{FF2B5EF4-FFF2-40B4-BE49-F238E27FC236}">
                <a16:creationId xmlns:a16="http://schemas.microsoft.com/office/drawing/2014/main" id="{2FC960E5-459A-7BE9-7A9A-D04D813AD141}"/>
              </a:ext>
            </a:extLst>
          </p:cNvPr>
          <p:cNvCxnSpPr>
            <a:cxnSpLocks/>
            <a:stCxn id="2062" idx="3"/>
            <a:endCxn id="2072" idx="1"/>
          </p:cNvCxnSpPr>
          <p:nvPr/>
        </p:nvCxnSpPr>
        <p:spPr>
          <a:xfrm>
            <a:off x="5678008" y="4043480"/>
            <a:ext cx="2403738" cy="16921"/>
          </a:xfrm>
          <a:prstGeom prst="straightConnector1">
            <a:avLst/>
          </a:prstGeom>
          <a:ln w="57150">
            <a:solidFill>
              <a:srgbClr val="0000FF">
                <a:alpha val="30196"/>
              </a:srgb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直線矢印コネクタ 47">
            <a:extLst>
              <a:ext uri="{FF2B5EF4-FFF2-40B4-BE49-F238E27FC236}">
                <a16:creationId xmlns:a16="http://schemas.microsoft.com/office/drawing/2014/main" id="{1960CEA8-A9C9-0388-D797-6AAF726E6269}"/>
              </a:ext>
            </a:extLst>
          </p:cNvPr>
          <p:cNvCxnSpPr>
            <a:cxnSpLocks/>
            <a:stCxn id="2060" idx="2"/>
            <a:endCxn id="2078" idx="0"/>
          </p:cNvCxnSpPr>
          <p:nvPr/>
        </p:nvCxnSpPr>
        <p:spPr>
          <a:xfrm flipH="1">
            <a:off x="3603743" y="3751569"/>
            <a:ext cx="890" cy="681642"/>
          </a:xfrm>
          <a:prstGeom prst="straightConnector1">
            <a:avLst/>
          </a:prstGeom>
          <a:ln w="57150">
            <a:solidFill>
              <a:srgbClr val="0000FF">
                <a:alpha val="30196"/>
              </a:srgb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8471B2FA-9A18-EF67-7B94-1AB073214046}"/>
              </a:ext>
            </a:extLst>
          </p:cNvPr>
          <p:cNvCxnSpPr>
            <a:cxnSpLocks/>
            <a:stCxn id="2060" idx="3"/>
            <a:endCxn id="2066" idx="1"/>
          </p:cNvCxnSpPr>
          <p:nvPr/>
        </p:nvCxnSpPr>
        <p:spPr>
          <a:xfrm flipV="1">
            <a:off x="3803811" y="2759210"/>
            <a:ext cx="4008866" cy="763759"/>
          </a:xfrm>
          <a:prstGeom prst="straightConnector1">
            <a:avLst/>
          </a:prstGeom>
          <a:ln w="57150">
            <a:solidFill>
              <a:srgbClr val="0000FF">
                <a:alpha val="30196"/>
              </a:srgbClr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直線矢印コネクタ 55">
            <a:extLst>
              <a:ext uri="{FF2B5EF4-FFF2-40B4-BE49-F238E27FC236}">
                <a16:creationId xmlns:a16="http://schemas.microsoft.com/office/drawing/2014/main" id="{C2C82871-D0B3-BAB9-012A-A825658166DD}"/>
              </a:ext>
            </a:extLst>
          </p:cNvPr>
          <p:cNvCxnSpPr>
            <a:cxnSpLocks/>
            <a:stCxn id="2060" idx="3"/>
          </p:cNvCxnSpPr>
          <p:nvPr/>
        </p:nvCxnSpPr>
        <p:spPr>
          <a:xfrm flipV="1">
            <a:off x="3803811" y="1925600"/>
            <a:ext cx="4732945" cy="1597369"/>
          </a:xfrm>
          <a:prstGeom prst="straightConnector1">
            <a:avLst/>
          </a:prstGeom>
          <a:ln w="57150">
            <a:solidFill>
              <a:srgbClr val="0000FF">
                <a:alpha val="30196"/>
              </a:srgbClr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EB220F9C-D753-A545-CEA0-D8FA598CEB01}"/>
              </a:ext>
            </a:extLst>
          </p:cNvPr>
          <p:cNvSpPr txBox="1"/>
          <p:nvPr/>
        </p:nvSpPr>
        <p:spPr>
          <a:xfrm>
            <a:off x="3882328" y="4744598"/>
            <a:ext cx="21788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ja-JP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Web service running as</a:t>
            </a:r>
          </a:p>
          <a:p>
            <a:r>
              <a:rPr lang="en" altLang="ja-JP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 an Nginx backend</a:t>
            </a:r>
            <a:br>
              <a:rPr lang="en-US" altLang="ja-JP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kumimoji="1" lang="en" altLang="ja-JP" sz="1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 (in this case, PlantUML)</a:t>
            </a:r>
            <a:endParaRPr kumimoji="1" lang="ja-JP" altLang="en-US" sz="12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48" name="テキスト ボックス 2047">
            <a:extLst>
              <a:ext uri="{FF2B5EF4-FFF2-40B4-BE49-F238E27FC236}">
                <a16:creationId xmlns:a16="http://schemas.microsoft.com/office/drawing/2014/main" id="{59CE88CD-575A-98CD-1709-FA3D84232E56}"/>
              </a:ext>
            </a:extLst>
          </p:cNvPr>
          <p:cNvSpPr txBox="1"/>
          <p:nvPr/>
        </p:nvSpPr>
        <p:spPr>
          <a:xfrm>
            <a:off x="3184954" y="4008910"/>
            <a:ext cx="10005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en-US" sz="1400" b="1">
                <a:latin typeface="Meiryo UI" panose="020B0604030504040204" pitchFamily="50" charset="-128"/>
                <a:ea typeface="Meiryo UI" panose="020B0604030504040204" pitchFamily="50" charset="-128"/>
              </a:rPr>
              <a:t>Certification: OK</a:t>
            </a:r>
            <a:endParaRPr kumimoji="1" lang="ja-JP" altLang="en-US" sz="1400" b="1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49" name="テキスト ボックス 2048">
            <a:extLst>
              <a:ext uri="{FF2B5EF4-FFF2-40B4-BE49-F238E27FC236}">
                <a16:creationId xmlns:a16="http://schemas.microsoft.com/office/drawing/2014/main" id="{98D314C8-5C68-C8E1-AA96-E0B64766FB15}"/>
              </a:ext>
            </a:extLst>
          </p:cNvPr>
          <p:cNvSpPr txBox="1"/>
          <p:nvPr/>
        </p:nvSpPr>
        <p:spPr>
          <a:xfrm>
            <a:off x="6092877" y="4083730"/>
            <a:ext cx="16770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ja-JP" sz="1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Authentication</a:t>
            </a:r>
          </a:p>
          <a:p>
            <a:r>
              <a:rPr lang="en" altLang="ja-JP" sz="1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 with OAuth 2.0</a:t>
            </a:r>
            <a:endParaRPr kumimoji="1" lang="ja-JP" altLang="en-US" sz="1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51" name="テキスト ボックス 2050">
            <a:extLst>
              <a:ext uri="{FF2B5EF4-FFF2-40B4-BE49-F238E27FC236}">
                <a16:creationId xmlns:a16="http://schemas.microsoft.com/office/drawing/2014/main" id="{063492A1-A0DD-F112-E212-396859E81E66}"/>
              </a:ext>
            </a:extLst>
          </p:cNvPr>
          <p:cNvSpPr txBox="1"/>
          <p:nvPr/>
        </p:nvSpPr>
        <p:spPr>
          <a:xfrm>
            <a:off x="6142354" y="3081429"/>
            <a:ext cx="11897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en-US" sz="1400" b="1">
                <a:latin typeface="Meiryo UI" panose="020B0604030504040204" pitchFamily="50" charset="-128"/>
                <a:ea typeface="Meiryo UI" panose="020B0604030504040204" pitchFamily="50" charset="-128"/>
              </a:rPr>
              <a:t>Server certificate</a:t>
            </a:r>
            <a:endParaRPr kumimoji="1" lang="ja-JP" altLang="en-US" sz="1400" b="1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53" name="テキスト ボックス 2052">
            <a:extLst>
              <a:ext uri="{FF2B5EF4-FFF2-40B4-BE49-F238E27FC236}">
                <a16:creationId xmlns:a16="http://schemas.microsoft.com/office/drawing/2014/main" id="{038565BD-7A9A-B1CE-9A04-0CDE65480098}"/>
              </a:ext>
            </a:extLst>
          </p:cNvPr>
          <p:cNvSpPr txBox="1"/>
          <p:nvPr/>
        </p:nvSpPr>
        <p:spPr>
          <a:xfrm>
            <a:off x="6155227" y="2048950"/>
            <a:ext cx="9525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ja-JP" sz="1400" b="1">
                <a:latin typeface="Meiryo UI" panose="020B0604030504040204" pitchFamily="50" charset="-128"/>
                <a:ea typeface="Meiryo UI" panose="020B0604030504040204" pitchFamily="50" charset="-128"/>
              </a:rPr>
              <a:t>DNS Provision</a:t>
            </a:r>
          </a:p>
        </p:txBody>
      </p:sp>
      <p:sp>
        <p:nvSpPr>
          <p:cNvPr id="2055" name="テキスト ボックス 2054">
            <a:extLst>
              <a:ext uri="{FF2B5EF4-FFF2-40B4-BE49-F238E27FC236}">
                <a16:creationId xmlns:a16="http://schemas.microsoft.com/office/drawing/2014/main" id="{05A1DB9C-3E9E-A02F-7933-ED73475A5674}"/>
              </a:ext>
            </a:extLst>
          </p:cNvPr>
          <p:cNvSpPr txBox="1"/>
          <p:nvPr/>
        </p:nvSpPr>
        <p:spPr>
          <a:xfrm>
            <a:off x="8866486" y="1753237"/>
            <a:ext cx="26389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ja-JP" sz="1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Own your domain with </a:t>
            </a:r>
          </a:p>
          <a:p>
            <a:r>
              <a:rPr kumimoji="1" lang="en" altLang="ja-JP" sz="1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Route 53 services</a:t>
            </a:r>
            <a:r>
              <a:rPr kumimoji="1" lang="ja-JP" altLang="en-US" sz="1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　</a:t>
            </a:r>
            <a:r>
              <a:rPr lang="en" altLang="en-US" sz="1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Secure</a:t>
            </a:r>
            <a:endParaRPr kumimoji="1" lang="ja-JP" altLang="en-US" sz="1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57" name="テキスト ボックス 2056">
            <a:extLst>
              <a:ext uri="{FF2B5EF4-FFF2-40B4-BE49-F238E27FC236}">
                <a16:creationId xmlns:a16="http://schemas.microsoft.com/office/drawing/2014/main" id="{02FB4EA2-CC35-E5C5-0954-3CE7675EED74}"/>
              </a:ext>
            </a:extLst>
          </p:cNvPr>
          <p:cNvSpPr txBox="1"/>
          <p:nvPr/>
        </p:nvSpPr>
        <p:spPr>
          <a:xfrm>
            <a:off x="9881461" y="2525566"/>
            <a:ext cx="13131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ja-JP" sz="1400" b="1">
                <a:latin typeface="Meiryo UI" panose="020B0604030504040204" pitchFamily="50" charset="-128"/>
                <a:ea typeface="Meiryo UI" panose="020B0604030504040204" pitchFamily="50" charset="-128"/>
              </a:rPr>
              <a:t>3 months free</a:t>
            </a:r>
            <a:endParaRPr kumimoji="1" lang="en-US" altLang="ja-JP" sz="1400" b="1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en" altLang="en-US" sz="1400" b="1">
                <a:latin typeface="Meiryo UI" panose="020B0604030504040204" pitchFamily="50" charset="-128"/>
                <a:ea typeface="Meiryo UI" panose="020B0604030504040204" pitchFamily="50" charset="-128"/>
              </a:rPr>
              <a:t>Server certificate</a:t>
            </a:r>
            <a:endParaRPr kumimoji="1" lang="ja-JP" altLang="en-US" sz="1400" b="1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59" name="テキスト ボックス 2058">
            <a:extLst>
              <a:ext uri="{FF2B5EF4-FFF2-40B4-BE49-F238E27FC236}">
                <a16:creationId xmlns:a16="http://schemas.microsoft.com/office/drawing/2014/main" id="{EC470EA1-ACE6-8D92-2152-4CD868B24D96}"/>
              </a:ext>
            </a:extLst>
          </p:cNvPr>
          <p:cNvSpPr txBox="1"/>
          <p:nvPr/>
        </p:nvSpPr>
        <p:spPr>
          <a:xfrm>
            <a:off x="9602305" y="3758547"/>
            <a:ext cx="214283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en-US" sz="1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Users from external </a:t>
            </a:r>
          </a:p>
          <a:p>
            <a:r>
              <a:rPr kumimoji="1" lang="en" altLang="en-US" sz="1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domains</a:t>
            </a:r>
            <a:r>
              <a:rPr lang="ja-JP" altLang="en-US" sz="1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en" altLang="en-US" sz="1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Invite and </a:t>
            </a:r>
          </a:p>
          <a:p>
            <a:r>
              <a:rPr lang="en" altLang="en-US" sz="1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OAuth 2.0 </a:t>
            </a:r>
          </a:p>
          <a:p>
            <a:r>
              <a:rPr lang="en" altLang="en-US" sz="1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authentication</a:t>
            </a:r>
            <a:endParaRPr kumimoji="1" lang="ja-JP" altLang="en-US" sz="1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61" name="テキスト ボックス 2060">
            <a:extLst>
              <a:ext uri="{FF2B5EF4-FFF2-40B4-BE49-F238E27FC236}">
                <a16:creationId xmlns:a16="http://schemas.microsoft.com/office/drawing/2014/main" id="{00A4BDEE-B68F-51C1-E9AC-6E135818311E}"/>
              </a:ext>
            </a:extLst>
          </p:cNvPr>
          <p:cNvSpPr txBox="1"/>
          <p:nvPr/>
        </p:nvSpPr>
        <p:spPr>
          <a:xfrm>
            <a:off x="3232486" y="3659599"/>
            <a:ext cx="7425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ja-JP" sz="1400" b="1">
                <a:latin typeface="Meiryo UI" panose="020B0604030504040204" pitchFamily="50" charset="-128"/>
                <a:ea typeface="Meiryo UI" panose="020B0604030504040204" pitchFamily="50" charset="-128"/>
              </a:rPr>
              <a:t>Nginx</a:t>
            </a:r>
            <a:endParaRPr kumimoji="1" lang="ja-JP" altLang="en-US" sz="1400" b="1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71" name="テキスト ボックス 2070">
            <a:extLst>
              <a:ext uri="{FF2B5EF4-FFF2-40B4-BE49-F238E27FC236}">
                <a16:creationId xmlns:a16="http://schemas.microsoft.com/office/drawing/2014/main" id="{6B26F8F1-B302-15B4-41ED-1C6A78366A48}"/>
              </a:ext>
            </a:extLst>
          </p:cNvPr>
          <p:cNvSpPr txBox="1"/>
          <p:nvPr/>
        </p:nvSpPr>
        <p:spPr>
          <a:xfrm>
            <a:off x="4719980" y="3560497"/>
            <a:ext cx="15295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ja-JP" sz="1400" b="1">
                <a:latin typeface="Meiryo UI" panose="020B0604030504040204" pitchFamily="50" charset="-128"/>
                <a:ea typeface="Meiryo UI" panose="020B0604030504040204" pitchFamily="50" charset="-128"/>
              </a:rPr>
              <a:t>OAuth2-proxy</a:t>
            </a:r>
            <a:endParaRPr kumimoji="1" lang="ja-JP" altLang="en-US" sz="1400" b="1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73" name="テキスト ボックス 2072">
            <a:extLst>
              <a:ext uri="{FF2B5EF4-FFF2-40B4-BE49-F238E27FC236}">
                <a16:creationId xmlns:a16="http://schemas.microsoft.com/office/drawing/2014/main" id="{635A3950-805C-C741-2957-FB73C2ADA5A1}"/>
              </a:ext>
            </a:extLst>
          </p:cNvPr>
          <p:cNvSpPr txBox="1"/>
          <p:nvPr/>
        </p:nvSpPr>
        <p:spPr>
          <a:xfrm>
            <a:off x="395693" y="3747300"/>
            <a:ext cx="11987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ja-JP" sz="1400" b="1">
                <a:latin typeface="Meiryo UI" panose="020B0604030504040204" pitchFamily="50" charset="-128"/>
                <a:ea typeface="Meiryo UI" panose="020B0604030504040204" pitchFamily="50" charset="-128"/>
              </a:rPr>
              <a:t>Web browser</a:t>
            </a:r>
            <a:endParaRPr lang="en-US" altLang="ja-JP" sz="1400" b="1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en" altLang="en-US" sz="1400" b="1">
                <a:latin typeface="Meiryo UI" panose="020B0604030504040204" pitchFamily="50" charset="-128"/>
                <a:ea typeface="Meiryo UI" panose="020B0604030504040204" pitchFamily="50" charset="-128"/>
              </a:rPr>
              <a:t>（Edge）</a:t>
            </a:r>
            <a:endParaRPr kumimoji="1" lang="en-US" altLang="ja-JP" sz="1400" b="1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85" name="正方形/長方形 2084">
            <a:extLst>
              <a:ext uri="{FF2B5EF4-FFF2-40B4-BE49-F238E27FC236}">
                <a16:creationId xmlns:a16="http://schemas.microsoft.com/office/drawing/2014/main" id="{827FEBB8-78D4-4F63-D7DE-6EAF36BD3F73}"/>
              </a:ext>
            </a:extLst>
          </p:cNvPr>
          <p:cNvSpPr/>
          <p:nvPr/>
        </p:nvSpPr>
        <p:spPr>
          <a:xfrm>
            <a:off x="3184954" y="4382037"/>
            <a:ext cx="2970273" cy="1096918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430951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115</Words>
  <Application>Microsoft Office PowerPoint</Application>
  <PresentationFormat>ワイド画面</PresentationFormat>
  <Paragraphs>36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7" baseType="lpstr">
      <vt:lpstr>Meiryo UI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Tsutomu Nagura</dc:creator>
  <cp:lastModifiedBy>Tsutomu Nagura</cp:lastModifiedBy>
  <cp:revision>1</cp:revision>
  <dcterms:created xsi:type="dcterms:W3CDTF">2025-09-27T12:03:58Z</dcterms:created>
  <dcterms:modified xsi:type="dcterms:W3CDTF">2025-09-27T12:41:43Z</dcterms:modified>
</cp:coreProperties>
</file>